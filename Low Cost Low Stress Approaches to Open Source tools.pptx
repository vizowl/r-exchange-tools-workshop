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98" r:id="rId6"/>
    <p:sldId id="297" r:id="rId7"/>
    <p:sldId id="299" r:id="rId8"/>
    <p:sldId id="296" r:id="rId9"/>
    <p:sldId id="268" r:id="rId10"/>
    <p:sldId id="289" r:id="rId11"/>
    <p:sldId id="300" r:id="rId12"/>
    <p:sldId id="311" r:id="rId13"/>
    <p:sldId id="310" r:id="rId14"/>
    <p:sldId id="303" r:id="rId15"/>
    <p:sldId id="301" r:id="rId16"/>
    <p:sldId id="306" r:id="rId17"/>
    <p:sldId id="307" r:id="rId18"/>
    <p:sldId id="304" r:id="rId19"/>
    <p:sldId id="305" r:id="rId20"/>
    <p:sldId id="267" r:id="rId21"/>
    <p:sldId id="30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68E9D4-9C9F-3171-9668-4602C435F592}" name="Nick Snellgrove" initials="NS" userId="S::nick@epi.group::4e108f51-f871-446a-96e9-c587ed0b7a5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F14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081B6-492A-88C0-B5FA-77C245F7BF56}" v="3" dt="2026-05-05T22:10:05.537"/>
    <p1510:client id="{469B5051-5EC7-9E47-8DDC-649609147315}" v="51" dt="2026-05-05T23:01:46.030"/>
    <p1510:client id="{4F59D42D-8097-499F-9F8D-CCF2A2027F94}" v="295" dt="2026-05-05T02:39:51.225"/>
    <p1510:client id="{5A8A33D3-215F-8A95-79C7-55071864AF8B}" v="63" dt="2026-05-05T02:01:56.717"/>
    <p1510:client id="{EDE0496E-E3D2-885E-396E-EB539D8668C1}" v="65" dt="2026-05-05T22:56:10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 Snellgrove" userId="4e108f51-f871-446a-96e9-c587ed0b7a51" providerId="ADAL" clId="{E90EA8AC-AB5E-4F8B-B42D-DA8536E378AA}"/>
    <pc:docChg chg="undo custSel addSld delSld modSld sldOrd">
      <pc:chgData name="Nick Snellgrove" userId="4e108f51-f871-446a-96e9-c587ed0b7a51" providerId="ADAL" clId="{E90EA8AC-AB5E-4F8B-B42D-DA8536E378AA}" dt="2026-05-05T02:39:51.225" v="3386"/>
      <pc:docMkLst>
        <pc:docMk/>
      </pc:docMkLst>
      <pc:sldChg chg="modSp mod">
        <pc:chgData name="Nick Snellgrove" userId="4e108f51-f871-446a-96e9-c587ed0b7a51" providerId="ADAL" clId="{E90EA8AC-AB5E-4F8B-B42D-DA8536E378AA}" dt="2026-05-05T02:36:49.440" v="3384" actId="20577"/>
        <pc:sldMkLst>
          <pc:docMk/>
          <pc:sldMk cId="1030786296" sldId="257"/>
        </pc:sldMkLst>
        <pc:spChg chg="mod">
          <ac:chgData name="Nick Snellgrove" userId="4e108f51-f871-446a-96e9-c587ed0b7a51" providerId="ADAL" clId="{E90EA8AC-AB5E-4F8B-B42D-DA8536E378AA}" dt="2026-05-05T02:36:49.440" v="3384" actId="20577"/>
          <ac:spMkLst>
            <pc:docMk/>
            <pc:sldMk cId="1030786296" sldId="257"/>
            <ac:spMk id="3" creationId="{1331A7C6-B925-E2D2-E55C-2C66F9C4AD9E}"/>
          </ac:spMkLst>
        </pc:spChg>
      </pc:sldChg>
      <pc:sldChg chg="del">
        <pc:chgData name="Nick Snellgrove" userId="4e108f51-f871-446a-96e9-c587ed0b7a51" providerId="ADAL" clId="{E90EA8AC-AB5E-4F8B-B42D-DA8536E378AA}" dt="2026-05-05T00:22:55.698" v="3382" actId="47"/>
        <pc:sldMkLst>
          <pc:docMk/>
          <pc:sldMk cId="3624888112" sldId="259"/>
        </pc:sldMkLst>
      </pc:sldChg>
      <pc:sldChg chg="modSp mod">
        <pc:chgData name="Nick Snellgrove" userId="4e108f51-f871-446a-96e9-c587ed0b7a51" providerId="ADAL" clId="{E90EA8AC-AB5E-4F8B-B42D-DA8536E378AA}" dt="2026-05-04T05:09:18.531" v="2446" actId="20577"/>
        <pc:sldMkLst>
          <pc:docMk/>
          <pc:sldMk cId="3471853485" sldId="260"/>
        </pc:sldMkLst>
        <pc:graphicFrameChg chg="mod modGraphic">
          <ac:chgData name="Nick Snellgrove" userId="4e108f51-f871-446a-96e9-c587ed0b7a51" providerId="ADAL" clId="{E90EA8AC-AB5E-4F8B-B42D-DA8536E378AA}" dt="2026-05-04T05:09:18.531" v="2446" actId="20577"/>
          <ac:graphicFrameMkLst>
            <pc:docMk/>
            <pc:sldMk cId="3471853485" sldId="260"/>
            <ac:graphicFrameMk id="3" creationId="{EEAC1DD8-7BF3-08E5-178D-42D858EF3AFC}"/>
          </ac:graphicFrameMkLst>
        </pc:graphicFrameChg>
      </pc:sldChg>
      <pc:sldChg chg="modSp mod">
        <pc:chgData name="Nick Snellgrove" userId="4e108f51-f871-446a-96e9-c587ed0b7a51" providerId="ADAL" clId="{E90EA8AC-AB5E-4F8B-B42D-DA8536E378AA}" dt="2026-05-03T21:12:49.430" v="29" actId="20577"/>
        <pc:sldMkLst>
          <pc:docMk/>
          <pc:sldMk cId="2297998817" sldId="268"/>
        </pc:sldMkLst>
        <pc:spChg chg="mod">
          <ac:chgData name="Nick Snellgrove" userId="4e108f51-f871-446a-96e9-c587ed0b7a51" providerId="ADAL" clId="{E90EA8AC-AB5E-4F8B-B42D-DA8536E378AA}" dt="2026-05-03T21:12:49.430" v="29" actId="20577"/>
          <ac:spMkLst>
            <pc:docMk/>
            <pc:sldMk cId="2297998817" sldId="268"/>
            <ac:spMk id="2" creationId="{9AEABE85-DB79-61BB-AAF1-819AB3258D8C}"/>
          </ac:spMkLst>
        </pc:spChg>
      </pc:sldChg>
      <pc:sldChg chg="modSp mod">
        <pc:chgData name="Nick Snellgrove" userId="4e108f51-f871-446a-96e9-c587ed0b7a51" providerId="ADAL" clId="{E90EA8AC-AB5E-4F8B-B42D-DA8536E378AA}" dt="2026-05-03T22:44:10.262" v="862" actId="20577"/>
        <pc:sldMkLst>
          <pc:docMk/>
          <pc:sldMk cId="2723548160" sldId="289"/>
        </pc:sldMkLst>
        <pc:spChg chg="mod">
          <ac:chgData name="Nick Snellgrove" userId="4e108f51-f871-446a-96e9-c587ed0b7a51" providerId="ADAL" clId="{E90EA8AC-AB5E-4F8B-B42D-DA8536E378AA}" dt="2026-05-03T22:44:10.262" v="862" actId="20577"/>
          <ac:spMkLst>
            <pc:docMk/>
            <pc:sldMk cId="2723548160" sldId="289"/>
            <ac:spMk id="3" creationId="{C42A2B45-25C9-E5C9-F733-3580062FC60A}"/>
          </ac:spMkLst>
        </pc:spChg>
      </pc:sldChg>
      <pc:sldChg chg="ord">
        <pc:chgData name="Nick Snellgrove" userId="4e108f51-f871-446a-96e9-c587ed0b7a51" providerId="ADAL" clId="{E90EA8AC-AB5E-4F8B-B42D-DA8536E378AA}" dt="2026-05-05T02:39:51.225" v="3386"/>
        <pc:sldMkLst>
          <pc:docMk/>
          <pc:sldMk cId="2294442670" sldId="290"/>
        </pc:sldMkLst>
      </pc:sldChg>
      <pc:sldChg chg="addSp delSp modSp mod">
        <pc:chgData name="Nick Snellgrove" userId="4e108f51-f871-446a-96e9-c587ed0b7a51" providerId="ADAL" clId="{E90EA8AC-AB5E-4F8B-B42D-DA8536E378AA}" dt="2026-05-04T22:24:40.767" v="3179" actId="20577"/>
        <pc:sldMkLst>
          <pc:docMk/>
          <pc:sldMk cId="2275174495" sldId="291"/>
        </pc:sldMkLst>
        <pc:spChg chg="mod">
          <ac:chgData name="Nick Snellgrove" userId="4e108f51-f871-446a-96e9-c587ed0b7a51" providerId="ADAL" clId="{E90EA8AC-AB5E-4F8B-B42D-DA8536E378AA}" dt="2026-05-04T22:24:40.767" v="3179" actId="20577"/>
          <ac:spMkLst>
            <pc:docMk/>
            <pc:sldMk cId="2275174495" sldId="291"/>
            <ac:spMk id="4" creationId="{0C240F3F-273A-94E5-BF46-B6F000F9A841}"/>
          </ac:spMkLst>
        </pc:spChg>
        <pc:spChg chg="add del mod">
          <ac:chgData name="Nick Snellgrove" userId="4e108f51-f871-446a-96e9-c587ed0b7a51" providerId="ADAL" clId="{E90EA8AC-AB5E-4F8B-B42D-DA8536E378AA}" dt="2026-05-04T22:17:43.866" v="2776" actId="478"/>
          <ac:spMkLst>
            <pc:docMk/>
            <pc:sldMk cId="2275174495" sldId="291"/>
            <ac:spMk id="5" creationId="{086BCF94-EE41-466A-60C5-7C3733C31C4E}"/>
          </ac:spMkLst>
        </pc:spChg>
        <pc:picChg chg="add mod">
          <ac:chgData name="Nick Snellgrove" userId="4e108f51-f871-446a-96e9-c587ed0b7a51" providerId="ADAL" clId="{E90EA8AC-AB5E-4F8B-B42D-DA8536E378AA}" dt="2026-05-04T22:17:54.647" v="2778" actId="1076"/>
          <ac:picMkLst>
            <pc:docMk/>
            <pc:sldMk cId="2275174495" sldId="291"/>
            <ac:picMk id="3" creationId="{AE9061C8-EA3D-051F-6A5C-0B13CF23E994}"/>
          </ac:picMkLst>
        </pc:picChg>
        <pc:picChg chg="add mod">
          <ac:chgData name="Nick Snellgrove" userId="4e108f51-f871-446a-96e9-c587ed0b7a51" providerId="ADAL" clId="{E90EA8AC-AB5E-4F8B-B42D-DA8536E378AA}" dt="2026-05-04T22:17:51.030" v="2777" actId="1076"/>
          <ac:picMkLst>
            <pc:docMk/>
            <pc:sldMk cId="2275174495" sldId="291"/>
            <ac:picMk id="5122" creationId="{7693A4A3-5D69-F187-0C17-6B1961D950B4}"/>
          </ac:picMkLst>
        </pc:picChg>
        <pc:picChg chg="add mod">
          <ac:chgData name="Nick Snellgrove" userId="4e108f51-f871-446a-96e9-c587ed0b7a51" providerId="ADAL" clId="{E90EA8AC-AB5E-4F8B-B42D-DA8536E378AA}" dt="2026-05-04T22:17:51.030" v="2777" actId="1076"/>
          <ac:picMkLst>
            <pc:docMk/>
            <pc:sldMk cId="2275174495" sldId="291"/>
            <ac:picMk id="5124" creationId="{1B14BFA2-4F2B-8087-6AFF-450EE30D6420}"/>
          </ac:picMkLst>
        </pc:picChg>
      </pc:sldChg>
      <pc:sldChg chg="modSp mod">
        <pc:chgData name="Nick Snellgrove" userId="4e108f51-f871-446a-96e9-c587ed0b7a51" providerId="ADAL" clId="{E90EA8AC-AB5E-4F8B-B42D-DA8536E378AA}" dt="2026-05-04T22:33:37.968" v="3252" actId="20577"/>
        <pc:sldMkLst>
          <pc:docMk/>
          <pc:sldMk cId="740551181" sldId="293"/>
        </pc:sldMkLst>
        <pc:spChg chg="mod">
          <ac:chgData name="Nick Snellgrove" userId="4e108f51-f871-446a-96e9-c587ed0b7a51" providerId="ADAL" clId="{E90EA8AC-AB5E-4F8B-B42D-DA8536E378AA}" dt="2026-05-04T22:33:37.968" v="3252" actId="20577"/>
          <ac:spMkLst>
            <pc:docMk/>
            <pc:sldMk cId="740551181" sldId="293"/>
            <ac:spMk id="3" creationId="{E113488A-24C9-371B-3E63-AF5F191794AE}"/>
          </ac:spMkLst>
        </pc:spChg>
      </pc:sldChg>
      <pc:sldChg chg="addSp delSp modSp new mod modClrScheme chgLayout">
        <pc:chgData name="Nick Snellgrove" userId="4e108f51-f871-446a-96e9-c587ed0b7a51" providerId="ADAL" clId="{E90EA8AC-AB5E-4F8B-B42D-DA8536E378AA}" dt="2026-05-04T23:20:27.459" v="3254" actId="27636"/>
        <pc:sldMkLst>
          <pc:docMk/>
          <pc:sldMk cId="3899449247" sldId="295"/>
        </pc:sldMkLst>
        <pc:spChg chg="add mod ord">
          <ac:chgData name="Nick Snellgrove" userId="4e108f51-f871-446a-96e9-c587ed0b7a51" providerId="ADAL" clId="{E90EA8AC-AB5E-4F8B-B42D-DA8536E378AA}" dt="2026-05-04T02:33:37.433" v="1871" actId="20577"/>
          <ac:spMkLst>
            <pc:docMk/>
            <pc:sldMk cId="3899449247" sldId="295"/>
            <ac:spMk id="5" creationId="{A31CEF66-7C54-816F-174C-97E5556EB7AF}"/>
          </ac:spMkLst>
        </pc:spChg>
        <pc:spChg chg="add mod ord">
          <ac:chgData name="Nick Snellgrove" userId="4e108f51-f871-446a-96e9-c587ed0b7a51" providerId="ADAL" clId="{E90EA8AC-AB5E-4F8B-B42D-DA8536E378AA}" dt="2026-05-04T23:20:27.459" v="3254" actId="27636"/>
          <ac:spMkLst>
            <pc:docMk/>
            <pc:sldMk cId="3899449247" sldId="295"/>
            <ac:spMk id="6" creationId="{60FB406B-CED1-E8A6-97A1-533706741827}"/>
          </ac:spMkLst>
        </pc:spChg>
      </pc:sldChg>
      <pc:sldChg chg="addSp modSp new mod ord chgLayout">
        <pc:chgData name="Nick Snellgrove" userId="4e108f51-f871-446a-96e9-c587ed0b7a51" providerId="ADAL" clId="{E90EA8AC-AB5E-4F8B-B42D-DA8536E378AA}" dt="2026-05-04T22:21:40.363" v="3054" actId="20577"/>
        <pc:sldMkLst>
          <pc:docMk/>
          <pc:sldMk cId="1627143753" sldId="296"/>
        </pc:sldMkLst>
        <pc:spChg chg="mod ord">
          <ac:chgData name="Nick Snellgrove" userId="4e108f51-f871-446a-96e9-c587ed0b7a51" providerId="ADAL" clId="{E90EA8AC-AB5E-4F8B-B42D-DA8536E378AA}" dt="2026-05-04T04:31:47.247" v="1971" actId="20577"/>
          <ac:spMkLst>
            <pc:docMk/>
            <pc:sldMk cId="1627143753" sldId="296"/>
            <ac:spMk id="2" creationId="{F2B20E05-D999-28BB-CBE1-F81089B7E68B}"/>
          </ac:spMkLst>
        </pc:spChg>
        <pc:spChg chg="add mod">
          <ac:chgData name="Nick Snellgrove" userId="4e108f51-f871-446a-96e9-c587ed0b7a51" providerId="ADAL" clId="{E90EA8AC-AB5E-4F8B-B42D-DA8536E378AA}" dt="2026-05-04T22:21:40.363" v="3054" actId="20577"/>
          <ac:spMkLst>
            <pc:docMk/>
            <pc:sldMk cId="1627143753" sldId="296"/>
            <ac:spMk id="3" creationId="{778943F0-BD01-0E3C-5E8E-D6397A21FC99}"/>
          </ac:spMkLst>
        </pc:spChg>
      </pc:sldChg>
      <pc:sldChg chg="addSp delSp modSp new mod modClrScheme chgLayout">
        <pc:chgData name="Nick Snellgrove" userId="4e108f51-f871-446a-96e9-c587ed0b7a51" providerId="ADAL" clId="{E90EA8AC-AB5E-4F8B-B42D-DA8536E378AA}" dt="2026-05-04T00:51:59.090" v="1193" actId="1076"/>
        <pc:sldMkLst>
          <pc:docMk/>
          <pc:sldMk cId="3675273667" sldId="297"/>
        </pc:sldMkLst>
        <pc:spChg chg="del mod ord">
          <ac:chgData name="Nick Snellgrove" userId="4e108f51-f871-446a-96e9-c587ed0b7a51" providerId="ADAL" clId="{E90EA8AC-AB5E-4F8B-B42D-DA8536E378AA}" dt="2026-05-04T00:51:03.470" v="1182" actId="700"/>
          <ac:spMkLst>
            <pc:docMk/>
            <pc:sldMk cId="3675273667" sldId="297"/>
            <ac:spMk id="2" creationId="{8039256E-AB67-6115-BA38-EC245319E348}"/>
          </ac:spMkLst>
        </pc:spChg>
        <pc:spChg chg="del">
          <ac:chgData name="Nick Snellgrove" userId="4e108f51-f871-446a-96e9-c587ed0b7a51" providerId="ADAL" clId="{E90EA8AC-AB5E-4F8B-B42D-DA8536E378AA}" dt="2026-05-04T00:51:03.470" v="1182" actId="700"/>
          <ac:spMkLst>
            <pc:docMk/>
            <pc:sldMk cId="3675273667" sldId="297"/>
            <ac:spMk id="3" creationId="{73F2B9D1-E64E-CFB4-CCCE-90411AD20514}"/>
          </ac:spMkLst>
        </pc:spChg>
        <pc:spChg chg="add mod ord">
          <ac:chgData name="Nick Snellgrove" userId="4e108f51-f871-446a-96e9-c587ed0b7a51" providerId="ADAL" clId="{E90EA8AC-AB5E-4F8B-B42D-DA8536E378AA}" dt="2026-05-04T00:51:03.470" v="1182" actId="700"/>
          <ac:spMkLst>
            <pc:docMk/>
            <pc:sldMk cId="3675273667" sldId="297"/>
            <ac:spMk id="4" creationId="{3AA116A6-05BB-B05D-5D81-A76639CD2EB8}"/>
          </ac:spMkLst>
        </pc:spChg>
        <pc:spChg chg="add mod">
          <ac:chgData name="Nick Snellgrove" userId="4e108f51-f871-446a-96e9-c587ed0b7a51" providerId="ADAL" clId="{E90EA8AC-AB5E-4F8B-B42D-DA8536E378AA}" dt="2026-05-04T00:51:59.090" v="1193" actId="1076"/>
          <ac:spMkLst>
            <pc:docMk/>
            <pc:sldMk cId="3675273667" sldId="297"/>
            <ac:spMk id="5" creationId="{8A349AAF-7BFD-A79E-346D-EE61ED6CA2B7}"/>
          </ac:spMkLst>
        </pc:spChg>
        <pc:picChg chg="add mod">
          <ac:chgData name="Nick Snellgrove" userId="4e108f51-f871-446a-96e9-c587ed0b7a51" providerId="ADAL" clId="{E90EA8AC-AB5E-4F8B-B42D-DA8536E378AA}" dt="2026-05-04T00:51:29.333" v="1185" actId="732"/>
          <ac:picMkLst>
            <pc:docMk/>
            <pc:sldMk cId="3675273667" sldId="297"/>
            <ac:picMk id="1026" creationId="{D0B5FBE0-FF3B-AA88-9E85-8C7DD1CEC754}"/>
          </ac:picMkLst>
        </pc:picChg>
      </pc:sldChg>
      <pc:sldChg chg="addSp modSp new mod">
        <pc:chgData name="Nick Snellgrove" userId="4e108f51-f871-446a-96e9-c587ed0b7a51" providerId="ADAL" clId="{E90EA8AC-AB5E-4F8B-B42D-DA8536E378AA}" dt="2026-05-04T01:02:16.737" v="1222" actId="20577"/>
        <pc:sldMkLst>
          <pc:docMk/>
          <pc:sldMk cId="3112840632" sldId="298"/>
        </pc:sldMkLst>
        <pc:spChg chg="mod">
          <ac:chgData name="Nick Snellgrove" userId="4e108f51-f871-446a-96e9-c587ed0b7a51" providerId="ADAL" clId="{E90EA8AC-AB5E-4F8B-B42D-DA8536E378AA}" dt="2026-05-04T01:02:16.737" v="1222" actId="20577"/>
          <ac:spMkLst>
            <pc:docMk/>
            <pc:sldMk cId="3112840632" sldId="298"/>
            <ac:spMk id="2" creationId="{B6586EAF-3471-40B4-8B1F-08F2BD2F4F7F}"/>
          </ac:spMkLst>
        </pc:spChg>
        <pc:picChg chg="add mod">
          <ac:chgData name="Nick Snellgrove" userId="4e108f51-f871-446a-96e9-c587ed0b7a51" providerId="ADAL" clId="{E90EA8AC-AB5E-4F8B-B42D-DA8536E378AA}" dt="2026-05-04T01:02:01.443" v="1200" actId="1076"/>
          <ac:picMkLst>
            <pc:docMk/>
            <pc:sldMk cId="3112840632" sldId="298"/>
            <ac:picMk id="2050" creationId="{D77F00DF-BCA6-E84D-3777-384E040C355E}"/>
          </ac:picMkLst>
        </pc:picChg>
      </pc:sldChg>
      <pc:sldChg chg="addSp modSp new del mod modClrScheme chgLayout">
        <pc:chgData name="Nick Snellgrove" userId="4e108f51-f871-446a-96e9-c587ed0b7a51" providerId="ADAL" clId="{E90EA8AC-AB5E-4F8B-B42D-DA8536E378AA}" dt="2026-05-04T02:04:35.909" v="1622" actId="2696"/>
        <pc:sldMkLst>
          <pc:docMk/>
          <pc:sldMk cId="2758323734" sldId="299"/>
        </pc:sldMkLst>
        <pc:spChg chg="mod ord">
          <ac:chgData name="Nick Snellgrove" userId="4e108f51-f871-446a-96e9-c587ed0b7a51" providerId="ADAL" clId="{E90EA8AC-AB5E-4F8B-B42D-DA8536E378AA}" dt="2026-05-04T01:51:34.396" v="1245" actId="700"/>
          <ac:spMkLst>
            <pc:docMk/>
            <pc:sldMk cId="2758323734" sldId="299"/>
            <ac:spMk id="2" creationId="{4BDCF4A2-D477-A949-B6EE-DE5FC1E119D5}"/>
          </ac:spMkLst>
        </pc:spChg>
        <pc:spChg chg="add mod ord">
          <ac:chgData name="Nick Snellgrove" userId="4e108f51-f871-446a-96e9-c587ed0b7a51" providerId="ADAL" clId="{E90EA8AC-AB5E-4F8B-B42D-DA8536E378AA}" dt="2026-05-04T01:51:34.396" v="1245" actId="700"/>
          <ac:spMkLst>
            <pc:docMk/>
            <pc:sldMk cId="2758323734" sldId="299"/>
            <ac:spMk id="3" creationId="{E4C32EFD-86D0-5DC5-0CF4-5F48A0FE5212}"/>
          </ac:spMkLst>
        </pc:spChg>
      </pc:sldChg>
      <pc:sldChg chg="addSp delSp modSp new del mod modClrScheme chgLayout">
        <pc:chgData name="Nick Snellgrove" userId="4e108f51-f871-446a-96e9-c587ed0b7a51" providerId="ADAL" clId="{E90EA8AC-AB5E-4F8B-B42D-DA8536E378AA}" dt="2026-05-04T02:20:35.214" v="1812" actId="2696"/>
        <pc:sldMkLst>
          <pc:docMk/>
          <pc:sldMk cId="1929683600" sldId="300"/>
        </pc:sldMkLst>
        <pc:spChg chg="del mod ord">
          <ac:chgData name="Nick Snellgrove" userId="4e108f51-f871-446a-96e9-c587ed0b7a51" providerId="ADAL" clId="{E90EA8AC-AB5E-4F8B-B42D-DA8536E378AA}" dt="2026-05-04T01:52:23.998" v="1247" actId="700"/>
          <ac:spMkLst>
            <pc:docMk/>
            <pc:sldMk cId="1929683600" sldId="300"/>
            <ac:spMk id="2" creationId="{E8CDE13A-0C45-BD85-2635-9B413A8028BA}"/>
          </ac:spMkLst>
        </pc:spChg>
        <pc:spChg chg="add mod ord">
          <ac:chgData name="Nick Snellgrove" userId="4e108f51-f871-446a-96e9-c587ed0b7a51" providerId="ADAL" clId="{E90EA8AC-AB5E-4F8B-B42D-DA8536E378AA}" dt="2026-05-04T01:52:31.823" v="1281" actId="20577"/>
          <ac:spMkLst>
            <pc:docMk/>
            <pc:sldMk cId="1929683600" sldId="300"/>
            <ac:spMk id="3" creationId="{98AC21BB-C1CC-D1E9-1787-EE35C74AF207}"/>
          </ac:spMkLst>
        </pc:spChg>
        <pc:spChg chg="add mod ord">
          <ac:chgData name="Nick Snellgrove" userId="4e108f51-f871-446a-96e9-c587ed0b7a51" providerId="ADAL" clId="{E90EA8AC-AB5E-4F8B-B42D-DA8536E378AA}" dt="2026-05-04T02:01:11.357" v="1509" actId="20577"/>
          <ac:spMkLst>
            <pc:docMk/>
            <pc:sldMk cId="1929683600" sldId="300"/>
            <ac:spMk id="4" creationId="{6DE4DB23-6307-33B3-8794-FA4702A1883E}"/>
          </ac:spMkLst>
        </pc:spChg>
        <pc:spChg chg="add del mod">
          <ac:chgData name="Nick Snellgrove" userId="4e108f51-f871-446a-96e9-c587ed0b7a51" providerId="ADAL" clId="{E90EA8AC-AB5E-4F8B-B42D-DA8536E378AA}" dt="2026-05-04T02:04:02.398" v="1621"/>
          <ac:spMkLst>
            <pc:docMk/>
            <pc:sldMk cId="1929683600" sldId="300"/>
            <ac:spMk id="5" creationId="{38E9DCFA-F64C-BDEC-2B18-F97C9683F0BC}"/>
          </ac:spMkLst>
        </pc:spChg>
        <pc:spChg chg="add del mod">
          <ac:chgData name="Nick Snellgrove" userId="4e108f51-f871-446a-96e9-c587ed0b7a51" providerId="ADAL" clId="{E90EA8AC-AB5E-4F8B-B42D-DA8536E378AA}" dt="2026-05-04T02:15:32.225" v="1683" actId="21"/>
          <ac:spMkLst>
            <pc:docMk/>
            <pc:sldMk cId="1929683600" sldId="300"/>
            <ac:spMk id="6" creationId="{8468216D-C41F-FE48-CDC8-3157A7754DA6}"/>
          </ac:spMkLst>
        </pc:spChg>
        <pc:picChg chg="add del mod">
          <ac:chgData name="Nick Snellgrove" userId="4e108f51-f871-446a-96e9-c587ed0b7a51" providerId="ADAL" clId="{E90EA8AC-AB5E-4F8B-B42D-DA8536E378AA}" dt="2026-05-04T02:15:30.266" v="1682" actId="478"/>
          <ac:picMkLst>
            <pc:docMk/>
            <pc:sldMk cId="1929683600" sldId="300"/>
            <ac:picMk id="8" creationId="{C690ACF8-4F7B-789F-1C6E-5F1225FE8117}"/>
          </ac:picMkLst>
        </pc:picChg>
      </pc:sldChg>
      <pc:sldChg chg="addSp delSp modSp add mod setBg">
        <pc:chgData name="Nick Snellgrove" userId="4e108f51-f871-446a-96e9-c587ed0b7a51" providerId="ADAL" clId="{E90EA8AC-AB5E-4F8B-B42D-DA8536E378AA}" dt="2026-05-04T04:52:09.530" v="2015" actId="1036"/>
        <pc:sldMkLst>
          <pc:docMk/>
          <pc:sldMk cId="2465165183" sldId="301"/>
        </pc:sldMkLst>
        <pc:spChg chg="del">
          <ac:chgData name="Nick Snellgrove" userId="4e108f51-f871-446a-96e9-c587ed0b7a51" providerId="ADAL" clId="{E90EA8AC-AB5E-4F8B-B42D-DA8536E378AA}" dt="2026-05-04T02:06:35.249" v="1628" actId="478"/>
          <ac:spMkLst>
            <pc:docMk/>
            <pc:sldMk cId="2465165183" sldId="301"/>
            <ac:spMk id="3" creationId="{4F6E3937-794D-E1E6-1698-FA5FA0B441E8}"/>
          </ac:spMkLst>
        </pc:spChg>
        <pc:spChg chg="del">
          <ac:chgData name="Nick Snellgrove" userId="4e108f51-f871-446a-96e9-c587ed0b7a51" providerId="ADAL" clId="{E90EA8AC-AB5E-4F8B-B42D-DA8536E378AA}" dt="2026-05-04T02:06:28.990" v="1624" actId="478"/>
          <ac:spMkLst>
            <pc:docMk/>
            <pc:sldMk cId="2465165183" sldId="301"/>
            <ac:spMk id="4" creationId="{98AB16F3-8F8B-E7B6-E77B-4F03C6BBE62D}"/>
          </ac:spMkLst>
        </pc:spChg>
        <pc:spChg chg="add del mod">
          <ac:chgData name="Nick Snellgrove" userId="4e108f51-f871-446a-96e9-c587ed0b7a51" providerId="ADAL" clId="{E90EA8AC-AB5E-4F8B-B42D-DA8536E378AA}" dt="2026-05-04T02:06:30.724" v="1625" actId="478"/>
          <ac:spMkLst>
            <pc:docMk/>
            <pc:sldMk cId="2465165183" sldId="301"/>
            <ac:spMk id="5" creationId="{0DB7D71A-18CF-AB69-00BB-AE4A99540FC2}"/>
          </ac:spMkLst>
        </pc:spChg>
        <pc:spChg chg="del">
          <ac:chgData name="Nick Snellgrove" userId="4e108f51-f871-446a-96e9-c587ed0b7a51" providerId="ADAL" clId="{E90EA8AC-AB5E-4F8B-B42D-DA8536E378AA}" dt="2026-05-04T02:06:32.708" v="1627" actId="478"/>
          <ac:spMkLst>
            <pc:docMk/>
            <pc:sldMk cId="2465165183" sldId="301"/>
            <ac:spMk id="6" creationId="{F0CDD11F-3A14-F5AD-0EDC-73A08F72463E}"/>
          </ac:spMkLst>
        </pc:spChg>
        <pc:spChg chg="add del mod">
          <ac:chgData name="Nick Snellgrove" userId="4e108f51-f871-446a-96e9-c587ed0b7a51" providerId="ADAL" clId="{E90EA8AC-AB5E-4F8B-B42D-DA8536E378AA}" dt="2026-05-04T02:06:36.230" v="1629" actId="478"/>
          <ac:spMkLst>
            <pc:docMk/>
            <pc:sldMk cId="2465165183" sldId="301"/>
            <ac:spMk id="9" creationId="{098D221E-813B-C7F5-8BA8-AE6582871FDB}"/>
          </ac:spMkLst>
        </pc:spChg>
        <pc:spChg chg="add mod">
          <ac:chgData name="Nick Snellgrove" userId="4e108f51-f871-446a-96e9-c587ed0b7a51" providerId="ADAL" clId="{E90EA8AC-AB5E-4F8B-B42D-DA8536E378AA}" dt="2026-05-04T02:16:29.533" v="1810" actId="122"/>
          <ac:spMkLst>
            <pc:docMk/>
            <pc:sldMk cId="2465165183" sldId="301"/>
            <ac:spMk id="26" creationId="{8468216D-C41F-FE48-CDC8-3157A7754DA6}"/>
          </ac:spMkLst>
        </pc:spChg>
        <pc:spChg chg="add del mod">
          <ac:chgData name="Nick Snellgrove" userId="4e108f51-f871-446a-96e9-c587ed0b7a51" providerId="ADAL" clId="{E90EA8AC-AB5E-4F8B-B42D-DA8536E378AA}" dt="2026-05-04T04:50:55.374" v="1975" actId="11529"/>
          <ac:spMkLst>
            <pc:docMk/>
            <pc:sldMk cId="2465165183" sldId="301"/>
            <ac:spMk id="29" creationId="{34FA5594-D19B-5393-D075-02E9CB6B3B94}"/>
          </ac:spMkLst>
        </pc:spChg>
        <pc:spChg chg="add mod">
          <ac:chgData name="Nick Snellgrove" userId="4e108f51-f871-446a-96e9-c587ed0b7a51" providerId="ADAL" clId="{E90EA8AC-AB5E-4F8B-B42D-DA8536E378AA}" dt="2026-05-04T04:51:51.137" v="1995" actId="14100"/>
          <ac:spMkLst>
            <pc:docMk/>
            <pc:sldMk cId="2465165183" sldId="301"/>
            <ac:spMk id="30" creationId="{FE25E0BC-B1E7-6378-EFEC-678BEDA4F185}"/>
          </ac:spMkLst>
        </pc:spChg>
        <pc:spChg chg="add mod">
          <ac:chgData name="Nick Snellgrove" userId="4e108f51-f871-446a-96e9-c587ed0b7a51" providerId="ADAL" clId="{E90EA8AC-AB5E-4F8B-B42D-DA8536E378AA}" dt="2026-05-04T04:52:09.530" v="2015" actId="1036"/>
          <ac:spMkLst>
            <pc:docMk/>
            <pc:sldMk cId="2465165183" sldId="301"/>
            <ac:spMk id="31" creationId="{8742AEB8-8886-1AAF-3E2F-210279B82EEB}"/>
          </ac:spMkLst>
        </pc:spChg>
        <pc:spChg chg="add mod">
          <ac:chgData name="Nick Snellgrove" userId="4e108f51-f871-446a-96e9-c587ed0b7a51" providerId="ADAL" clId="{E90EA8AC-AB5E-4F8B-B42D-DA8536E378AA}" dt="2026-05-04T04:52:01.747" v="2005" actId="1037"/>
          <ac:spMkLst>
            <pc:docMk/>
            <pc:sldMk cId="2465165183" sldId="301"/>
            <ac:spMk id="32" creationId="{952CB3CA-8E0A-CF50-AAAA-DF5862106A33}"/>
          </ac:spMkLst>
        </pc:spChg>
        <pc:picChg chg="del">
          <ac:chgData name="Nick Snellgrove" userId="4e108f51-f871-446a-96e9-c587ed0b7a51" providerId="ADAL" clId="{E90EA8AC-AB5E-4F8B-B42D-DA8536E378AA}" dt="2026-05-04T02:06:31.728" v="1626" actId="478"/>
          <ac:picMkLst>
            <pc:docMk/>
            <pc:sldMk cId="2465165183" sldId="301"/>
            <ac:picMk id="8" creationId="{8A30AC85-AFF9-BE50-E091-FDE180550192}"/>
          </ac:picMkLst>
        </pc:picChg>
        <pc:picChg chg="add mod">
          <ac:chgData name="Nick Snellgrove" userId="4e108f51-f871-446a-96e9-c587ed0b7a51" providerId="ADAL" clId="{E90EA8AC-AB5E-4F8B-B42D-DA8536E378AA}" dt="2026-05-04T02:07:32.221" v="1632" actId="1076"/>
          <ac:picMkLst>
            <pc:docMk/>
            <pc:sldMk cId="2465165183" sldId="301"/>
            <ac:picMk id="11" creationId="{130C03C7-C02A-2B1B-94D0-96E1DD788F91}"/>
          </ac:picMkLst>
        </pc:picChg>
        <pc:picChg chg="add mod">
          <ac:chgData name="Nick Snellgrove" userId="4e108f51-f871-446a-96e9-c587ed0b7a51" providerId="ADAL" clId="{E90EA8AC-AB5E-4F8B-B42D-DA8536E378AA}" dt="2026-05-04T02:12:28.201" v="1662" actId="1076"/>
          <ac:picMkLst>
            <pc:docMk/>
            <pc:sldMk cId="2465165183" sldId="301"/>
            <ac:picMk id="13" creationId="{1D259FB4-76A0-BCC6-5B73-A4A992642408}"/>
          </ac:picMkLst>
        </pc:picChg>
        <pc:picChg chg="add del mod">
          <ac:chgData name="Nick Snellgrove" userId="4e108f51-f871-446a-96e9-c587ed0b7a51" providerId="ADAL" clId="{E90EA8AC-AB5E-4F8B-B42D-DA8536E378AA}" dt="2026-05-04T02:52:17.738" v="1872" actId="478"/>
          <ac:picMkLst>
            <pc:docMk/>
            <pc:sldMk cId="2465165183" sldId="301"/>
            <ac:picMk id="15" creationId="{C7F380E1-C7DF-9588-732C-86690490C0BE}"/>
          </ac:picMkLst>
        </pc:picChg>
        <pc:picChg chg="add mod">
          <ac:chgData name="Nick Snellgrove" userId="4e108f51-f871-446a-96e9-c587ed0b7a51" providerId="ADAL" clId="{E90EA8AC-AB5E-4F8B-B42D-DA8536E378AA}" dt="2026-05-04T02:54:22.854" v="1877" actId="1076"/>
          <ac:picMkLst>
            <pc:docMk/>
            <pc:sldMk cId="2465165183" sldId="301"/>
            <ac:picMk id="17" creationId="{8A285F09-5A55-9A7F-745C-2E84BEC7842B}"/>
          </ac:picMkLst>
        </pc:picChg>
        <pc:picChg chg="add mod">
          <ac:chgData name="Nick Snellgrove" userId="4e108f51-f871-446a-96e9-c587ed0b7a51" providerId="ADAL" clId="{E90EA8AC-AB5E-4F8B-B42D-DA8536E378AA}" dt="2026-05-04T04:51:53.689" v="1998" actId="1076"/>
          <ac:picMkLst>
            <pc:docMk/>
            <pc:sldMk cId="2465165183" sldId="301"/>
            <ac:picMk id="19" creationId="{EB87B991-E5F4-F1AE-59D2-BE953B58B676}"/>
          </ac:picMkLst>
        </pc:picChg>
        <pc:picChg chg="add mod">
          <ac:chgData name="Nick Snellgrove" userId="4e108f51-f871-446a-96e9-c587ed0b7a51" providerId="ADAL" clId="{E90EA8AC-AB5E-4F8B-B42D-DA8536E378AA}" dt="2026-05-04T02:12:28.201" v="1662" actId="1076"/>
          <ac:picMkLst>
            <pc:docMk/>
            <pc:sldMk cId="2465165183" sldId="301"/>
            <ac:picMk id="21" creationId="{17309DC2-9376-61B9-AFFB-75F0E37BB1BE}"/>
          </ac:picMkLst>
        </pc:picChg>
        <pc:picChg chg="add mod modCrop">
          <ac:chgData name="Nick Snellgrove" userId="4e108f51-f871-446a-96e9-c587ed0b7a51" providerId="ADAL" clId="{E90EA8AC-AB5E-4F8B-B42D-DA8536E378AA}" dt="2026-05-04T02:12:33.697" v="1663" actId="1076"/>
          <ac:picMkLst>
            <pc:docMk/>
            <pc:sldMk cId="2465165183" sldId="301"/>
            <ac:picMk id="23" creationId="{F1F2AB86-7E5A-B21B-8F5F-27BC29BF4750}"/>
          </ac:picMkLst>
        </pc:picChg>
        <pc:picChg chg="add mod">
          <ac:chgData name="Nick Snellgrove" userId="4e108f51-f871-446a-96e9-c587ed0b7a51" providerId="ADAL" clId="{E90EA8AC-AB5E-4F8B-B42D-DA8536E378AA}" dt="2026-05-04T02:12:38.253" v="1664" actId="1076"/>
          <ac:picMkLst>
            <pc:docMk/>
            <pc:sldMk cId="2465165183" sldId="301"/>
            <ac:picMk id="25" creationId="{C09E2464-8781-6458-6975-6BDD0724F821}"/>
          </ac:picMkLst>
        </pc:picChg>
        <pc:picChg chg="add mod">
          <ac:chgData name="Nick Snellgrove" userId="4e108f51-f871-446a-96e9-c587ed0b7a51" providerId="ADAL" clId="{E90EA8AC-AB5E-4F8B-B42D-DA8536E378AA}" dt="2026-05-04T02:54:11.601" v="1875" actId="1076"/>
          <ac:picMkLst>
            <pc:docMk/>
            <pc:sldMk cId="2465165183" sldId="301"/>
            <ac:picMk id="28" creationId="{1B3A3988-8F57-C8FA-2988-B8E00AA2CA8B}"/>
          </ac:picMkLst>
        </pc:picChg>
      </pc:sldChg>
      <pc:sldChg chg="new del">
        <pc:chgData name="Nick Snellgrove" userId="4e108f51-f871-446a-96e9-c587ed0b7a51" providerId="ADAL" clId="{E90EA8AC-AB5E-4F8B-B42D-DA8536E378AA}" dt="2026-05-04T02:12:52.390" v="1667" actId="47"/>
        <pc:sldMkLst>
          <pc:docMk/>
          <pc:sldMk cId="1099692552" sldId="302"/>
        </pc:sldMkLst>
      </pc:sldChg>
      <pc:sldChg chg="addSp delSp modSp add mod">
        <pc:chgData name="Nick Snellgrove" userId="4e108f51-f871-446a-96e9-c587ed0b7a51" providerId="ADAL" clId="{E90EA8AC-AB5E-4F8B-B42D-DA8536E378AA}" dt="2026-05-04T02:16:33.945" v="1811"/>
        <pc:sldMkLst>
          <pc:docMk/>
          <pc:sldMk cId="2298692837" sldId="303"/>
        </pc:sldMkLst>
        <pc:spChg chg="add mod">
          <ac:chgData name="Nick Snellgrove" userId="4e108f51-f871-446a-96e9-c587ed0b7a51" providerId="ADAL" clId="{E90EA8AC-AB5E-4F8B-B42D-DA8536E378AA}" dt="2026-05-04T02:16:33.945" v="1811"/>
          <ac:spMkLst>
            <pc:docMk/>
            <pc:sldMk cId="2298692837" sldId="303"/>
            <ac:spMk id="4" creationId="{1AAFD1E2-7ED2-61AE-9DC3-81FB4AB19AD2}"/>
          </ac:spMkLst>
        </pc:spChg>
        <pc:picChg chg="add mod modCrop">
          <ac:chgData name="Nick Snellgrove" userId="4e108f51-f871-446a-96e9-c587ed0b7a51" providerId="ADAL" clId="{E90EA8AC-AB5E-4F8B-B42D-DA8536E378AA}" dt="2026-05-04T02:15:13.194" v="1681" actId="14861"/>
          <ac:picMkLst>
            <pc:docMk/>
            <pc:sldMk cId="2298692837" sldId="303"/>
            <ac:picMk id="3" creationId="{536AEF2C-2FEF-119D-D803-CA769A4234EF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11" creationId="{F77AAE47-596D-5B6D-091C-91ED100586E8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13" creationId="{05E7B622-5D1C-5F9B-34DC-2364170498FC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15" creationId="{A9B3B465-82C7-4816-2CE6-0E45DD861272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17" creationId="{C614FAE1-E6B7-3708-EA6A-6BAE25EFFCB8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19" creationId="{D64A38B1-8CF3-05BD-B61F-D782FA712CF5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21" creationId="{4C8D6596-2CC4-70DC-3104-F8460FB07FBE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23" creationId="{A489966D-F161-0F53-F2A9-D91DB5E7E3B3}"/>
          </ac:picMkLst>
        </pc:picChg>
        <pc:picChg chg="del">
          <ac:chgData name="Nick Snellgrove" userId="4e108f51-f871-446a-96e9-c587ed0b7a51" providerId="ADAL" clId="{E90EA8AC-AB5E-4F8B-B42D-DA8536E378AA}" dt="2026-05-04T02:12:58.203" v="1668" actId="478"/>
          <ac:picMkLst>
            <pc:docMk/>
            <pc:sldMk cId="2298692837" sldId="303"/>
            <ac:picMk id="25" creationId="{15BC4672-8C85-F578-4454-EFBE7D2D6E3E}"/>
          </ac:picMkLst>
        </pc:picChg>
        <pc:picChg chg="add mod">
          <ac:chgData name="Nick Snellgrove" userId="4e108f51-f871-446a-96e9-c587ed0b7a51" providerId="ADAL" clId="{E90EA8AC-AB5E-4F8B-B42D-DA8536E378AA}" dt="2026-05-04T02:14:07.646" v="1674" actId="1076"/>
          <ac:picMkLst>
            <pc:docMk/>
            <pc:sldMk cId="2298692837" sldId="303"/>
            <ac:picMk id="3074" creationId="{1EB9CF64-90DC-AC02-3DA7-BEB9ABE6A9E6}"/>
          </ac:picMkLst>
        </pc:picChg>
      </pc:sldChg>
      <pc:sldChg chg="modSp new del mod">
        <pc:chgData name="Nick Snellgrove" userId="4e108f51-f871-446a-96e9-c587ed0b7a51" providerId="ADAL" clId="{E90EA8AC-AB5E-4F8B-B42D-DA8536E378AA}" dt="2026-05-04T22:33:02.441" v="3250" actId="47"/>
        <pc:sldMkLst>
          <pc:docMk/>
          <pc:sldMk cId="1659387727" sldId="304"/>
        </pc:sldMkLst>
        <pc:spChg chg="mod">
          <ac:chgData name="Nick Snellgrove" userId="4e108f51-f871-446a-96e9-c587ed0b7a51" providerId="ADAL" clId="{E90EA8AC-AB5E-4F8B-B42D-DA8536E378AA}" dt="2026-05-04T20:48:47.884" v="2476" actId="20577"/>
          <ac:spMkLst>
            <pc:docMk/>
            <pc:sldMk cId="1659387727" sldId="304"/>
            <ac:spMk id="2" creationId="{128E4BE0-C709-8DCF-C183-3D082263B0B4}"/>
          </ac:spMkLst>
        </pc:spChg>
        <pc:spChg chg="mod">
          <ac:chgData name="Nick Snellgrove" userId="4e108f51-f871-446a-96e9-c587ed0b7a51" providerId="ADAL" clId="{E90EA8AC-AB5E-4F8B-B42D-DA8536E378AA}" dt="2026-05-04T20:48:58.388" v="2484" actId="20577"/>
          <ac:spMkLst>
            <pc:docMk/>
            <pc:sldMk cId="1659387727" sldId="304"/>
            <ac:spMk id="3" creationId="{12493D83-7F41-2027-DC2F-4534DB24BF74}"/>
          </ac:spMkLst>
        </pc:spChg>
      </pc:sldChg>
      <pc:sldChg chg="addSp delSp modSp new mod modClrScheme addAnim delAnim modAnim chgLayout modNotesTx">
        <pc:chgData name="Nick Snellgrove" userId="4e108f51-f871-446a-96e9-c587ed0b7a51" providerId="ADAL" clId="{E90EA8AC-AB5E-4F8B-B42D-DA8536E378AA}" dt="2026-05-04T22:30:42.351" v="3249" actId="20577"/>
        <pc:sldMkLst>
          <pc:docMk/>
          <pc:sldMk cId="2665262265" sldId="305"/>
        </pc:sldMkLst>
        <pc:spChg chg="mod ord">
          <ac:chgData name="Nick Snellgrove" userId="4e108f51-f871-446a-96e9-c587ed0b7a51" providerId="ADAL" clId="{E90EA8AC-AB5E-4F8B-B42D-DA8536E378AA}" dt="2026-05-04T22:27:03.074" v="3181" actId="700"/>
          <ac:spMkLst>
            <pc:docMk/>
            <pc:sldMk cId="2665262265" sldId="305"/>
            <ac:spMk id="2" creationId="{A27F93F6-1EF2-A723-AFE1-5D32107E165F}"/>
          </ac:spMkLst>
        </pc:spChg>
        <pc:spChg chg="del">
          <ac:chgData name="Nick Snellgrove" userId="4e108f51-f871-446a-96e9-c587ed0b7a51" providerId="ADAL" clId="{E90EA8AC-AB5E-4F8B-B42D-DA8536E378AA}" dt="2026-05-04T22:27:03.074" v="3181" actId="700"/>
          <ac:spMkLst>
            <pc:docMk/>
            <pc:sldMk cId="2665262265" sldId="305"/>
            <ac:spMk id="3" creationId="{431BCBD4-45EB-CE0C-0CF2-8E4D43A0BACB}"/>
          </ac:spMkLst>
        </pc:spChg>
        <pc:picChg chg="add mod">
          <ac:chgData name="Nick Snellgrove" userId="4e108f51-f871-446a-96e9-c587ed0b7a51" providerId="ADAL" clId="{E90EA8AC-AB5E-4F8B-B42D-DA8536E378AA}" dt="2026-05-04T22:27:38.877" v="3189" actId="1076"/>
          <ac:picMkLst>
            <pc:docMk/>
            <pc:sldMk cId="2665262265" sldId="305"/>
            <ac:picMk id="5" creationId="{BB4F5A5C-4C0D-C42D-0AFF-CC8B963A5016}"/>
          </ac:picMkLst>
        </pc:picChg>
        <pc:picChg chg="add mod">
          <ac:chgData name="Nick Snellgrove" userId="4e108f51-f871-446a-96e9-c587ed0b7a51" providerId="ADAL" clId="{E90EA8AC-AB5E-4F8B-B42D-DA8536E378AA}" dt="2026-05-04T22:27:42.410" v="3190" actId="1076"/>
          <ac:picMkLst>
            <pc:docMk/>
            <pc:sldMk cId="2665262265" sldId="305"/>
            <ac:picMk id="7" creationId="{3ED6586F-9F5E-49B1-B6F2-B6CCFD1E4BAA}"/>
          </ac:picMkLst>
        </pc:picChg>
        <pc:picChg chg="add del mod">
          <ac:chgData name="Nick Snellgrove" userId="4e108f51-f871-446a-96e9-c587ed0b7a51" providerId="ADAL" clId="{E90EA8AC-AB5E-4F8B-B42D-DA8536E378AA}" dt="2026-05-04T22:28:39.417" v="3200" actId="478"/>
          <ac:picMkLst>
            <pc:docMk/>
            <pc:sldMk cId="2665262265" sldId="305"/>
            <ac:picMk id="9" creationId="{B0B61968-FA0F-7A33-922A-F515E3460DD8}"/>
          </ac:picMkLst>
        </pc:picChg>
        <pc:picChg chg="add mod">
          <ac:chgData name="Nick Snellgrove" userId="4e108f51-f871-446a-96e9-c587ed0b7a51" providerId="ADAL" clId="{E90EA8AC-AB5E-4F8B-B42D-DA8536E378AA}" dt="2026-05-04T22:29:13.777" v="3243" actId="1035"/>
          <ac:picMkLst>
            <pc:docMk/>
            <pc:sldMk cId="2665262265" sldId="305"/>
            <ac:picMk id="11" creationId="{A979CC7F-A1F7-9F2B-5066-27F6D92BC6DC}"/>
          </ac:picMkLst>
        </pc:picChg>
      </pc:sldChg>
      <pc:sldChg chg="addSp delSp modSp new mod ord modClrScheme chgLayout">
        <pc:chgData name="Nick Snellgrove" userId="4e108f51-f871-446a-96e9-c587ed0b7a51" providerId="ADAL" clId="{E90EA8AC-AB5E-4F8B-B42D-DA8536E378AA}" dt="2026-05-04T22:21:14.182" v="3033" actId="12"/>
        <pc:sldMkLst>
          <pc:docMk/>
          <pc:sldMk cId="1117885331" sldId="306"/>
        </pc:sldMkLst>
        <pc:spChg chg="del mod ord">
          <ac:chgData name="Nick Snellgrove" userId="4e108f51-f871-446a-96e9-c587ed0b7a51" providerId="ADAL" clId="{E90EA8AC-AB5E-4F8B-B42D-DA8536E378AA}" dt="2026-05-04T22:01:54.888" v="2514" actId="700"/>
          <ac:spMkLst>
            <pc:docMk/>
            <pc:sldMk cId="1117885331" sldId="306"/>
            <ac:spMk id="2" creationId="{23A9F574-FCCE-CFEE-2906-27E806443BB0}"/>
          </ac:spMkLst>
        </pc:spChg>
        <pc:spChg chg="add mod ord">
          <ac:chgData name="Nick Snellgrove" userId="4e108f51-f871-446a-96e9-c587ed0b7a51" providerId="ADAL" clId="{E90EA8AC-AB5E-4F8B-B42D-DA8536E378AA}" dt="2026-05-04T22:03:23.193" v="2535" actId="700"/>
          <ac:spMkLst>
            <pc:docMk/>
            <pc:sldMk cId="1117885331" sldId="306"/>
            <ac:spMk id="3" creationId="{9C9ADAAE-74DA-AB73-D7FB-710B88AEB298}"/>
          </ac:spMkLst>
        </pc:spChg>
        <pc:spChg chg="add del mod ord">
          <ac:chgData name="Nick Snellgrove" userId="4e108f51-f871-446a-96e9-c587ed0b7a51" providerId="ADAL" clId="{E90EA8AC-AB5E-4F8B-B42D-DA8536E378AA}" dt="2026-05-04T22:03:23.193" v="2535" actId="700"/>
          <ac:spMkLst>
            <pc:docMk/>
            <pc:sldMk cId="1117885331" sldId="306"/>
            <ac:spMk id="4" creationId="{AD51D3E9-711B-FC21-E1C2-862F791B3F72}"/>
          </ac:spMkLst>
        </pc:spChg>
        <pc:spChg chg="add mod ord">
          <ac:chgData name="Nick Snellgrove" userId="4e108f51-f871-446a-96e9-c587ed0b7a51" providerId="ADAL" clId="{E90EA8AC-AB5E-4F8B-B42D-DA8536E378AA}" dt="2026-05-04T22:21:14.182" v="3033" actId="12"/>
          <ac:spMkLst>
            <pc:docMk/>
            <pc:sldMk cId="1117885331" sldId="306"/>
            <ac:spMk id="7" creationId="{48A2D3B8-C3A5-401C-A2C1-8CA51D97D9FE}"/>
          </ac:spMkLst>
        </pc:spChg>
        <pc:spChg chg="add del mod ord">
          <ac:chgData name="Nick Snellgrove" userId="4e108f51-f871-446a-96e9-c587ed0b7a51" providerId="ADAL" clId="{E90EA8AC-AB5E-4F8B-B42D-DA8536E378AA}" dt="2026-05-04T22:20:25.262" v="3019"/>
          <ac:spMkLst>
            <pc:docMk/>
            <pc:sldMk cId="1117885331" sldId="306"/>
            <ac:spMk id="8" creationId="{80D31BC5-582A-1F05-7425-09753B166270}"/>
          </ac:spMkLst>
        </pc:spChg>
        <pc:picChg chg="add del">
          <ac:chgData name="Nick Snellgrove" userId="4e108f51-f871-446a-96e9-c587ed0b7a51" providerId="ADAL" clId="{E90EA8AC-AB5E-4F8B-B42D-DA8536E378AA}" dt="2026-05-04T22:03:07.424" v="2533" actId="478"/>
          <ac:picMkLst>
            <pc:docMk/>
            <pc:sldMk cId="1117885331" sldId="306"/>
            <ac:picMk id="6" creationId="{9C7DCD35-228D-1657-4CA0-1820EA6BB50F}"/>
          </ac:picMkLst>
        </pc:picChg>
        <pc:picChg chg="add mod">
          <ac:chgData name="Nick Snellgrove" userId="4e108f51-f871-446a-96e9-c587ed0b7a51" providerId="ADAL" clId="{E90EA8AC-AB5E-4F8B-B42D-DA8536E378AA}" dt="2026-05-04T22:20:39.374" v="3024" actId="1076"/>
          <ac:picMkLst>
            <pc:docMk/>
            <pc:sldMk cId="1117885331" sldId="306"/>
            <ac:picMk id="4098" creationId="{82D3FF28-C3D4-970E-CD94-0B9CF30B7CAD}"/>
          </ac:picMkLst>
        </pc:picChg>
        <pc:picChg chg="add mod">
          <ac:chgData name="Nick Snellgrove" userId="4e108f51-f871-446a-96e9-c587ed0b7a51" providerId="ADAL" clId="{E90EA8AC-AB5E-4F8B-B42D-DA8536E378AA}" dt="2026-05-04T22:20:25.262" v="3019"/>
          <ac:picMkLst>
            <pc:docMk/>
            <pc:sldMk cId="1117885331" sldId="306"/>
            <ac:picMk id="4100" creationId="{D7C0F399-C3CF-0558-35E3-E13A7AA1BA90}"/>
          </ac:picMkLst>
        </pc:picChg>
      </pc:sldChg>
      <pc:sldChg chg="addSp delSp modSp new del mod">
        <pc:chgData name="Nick Snellgrove" userId="4e108f51-f871-446a-96e9-c587ed0b7a51" providerId="ADAL" clId="{E90EA8AC-AB5E-4F8B-B42D-DA8536E378AA}" dt="2026-05-04T23:47:32.194" v="3284" actId="47"/>
        <pc:sldMkLst>
          <pc:docMk/>
          <pc:sldMk cId="20617959" sldId="307"/>
        </pc:sldMkLst>
        <pc:spChg chg="mod">
          <ac:chgData name="Nick Snellgrove" userId="4e108f51-f871-446a-96e9-c587ed0b7a51" providerId="ADAL" clId="{E90EA8AC-AB5E-4F8B-B42D-DA8536E378AA}" dt="2026-05-04T23:24:57.374" v="3277" actId="20577"/>
          <ac:spMkLst>
            <pc:docMk/>
            <pc:sldMk cId="20617959" sldId="307"/>
            <ac:spMk id="2" creationId="{A1212949-3544-0F7A-747B-1320249429D2}"/>
          </ac:spMkLst>
        </pc:spChg>
        <pc:picChg chg="add del mod">
          <ac:chgData name="Nick Snellgrove" userId="4e108f51-f871-446a-96e9-c587ed0b7a51" providerId="ADAL" clId="{E90EA8AC-AB5E-4F8B-B42D-DA8536E378AA}" dt="2026-05-04T23:25:19.358" v="3283" actId="478"/>
          <ac:picMkLst>
            <pc:docMk/>
            <pc:sldMk cId="20617959" sldId="307"/>
            <ac:picMk id="4" creationId="{6C0E831A-DB0F-51F4-9B8A-832233274048}"/>
          </ac:picMkLst>
        </pc:picChg>
      </pc:sldChg>
      <pc:sldChg chg="addSp delSp modSp add mod modClrScheme chgLayout">
        <pc:chgData name="Nick Snellgrove" userId="4e108f51-f871-446a-96e9-c587ed0b7a51" providerId="ADAL" clId="{E90EA8AC-AB5E-4F8B-B42D-DA8536E378AA}" dt="2026-05-05T00:22:49.779" v="3381" actId="20577"/>
        <pc:sldMkLst>
          <pc:docMk/>
          <pc:sldMk cId="299343988" sldId="307"/>
        </pc:sldMkLst>
        <pc:spChg chg="mod ord">
          <ac:chgData name="Nick Snellgrove" userId="4e108f51-f871-446a-96e9-c587ed0b7a51" providerId="ADAL" clId="{E90EA8AC-AB5E-4F8B-B42D-DA8536E378AA}" dt="2026-05-05T00:22:49.779" v="3381" actId="20577"/>
          <ac:spMkLst>
            <pc:docMk/>
            <pc:sldMk cId="299343988" sldId="307"/>
            <ac:spMk id="2" creationId="{51C78E74-DF98-6305-3D3D-3A128ECF94BE}"/>
          </ac:spMkLst>
        </pc:spChg>
        <pc:spChg chg="add mod">
          <ac:chgData name="Nick Snellgrove" userId="4e108f51-f871-446a-96e9-c587ed0b7a51" providerId="ADAL" clId="{E90EA8AC-AB5E-4F8B-B42D-DA8536E378AA}" dt="2026-05-04T23:56:51.453" v="3378" actId="1076"/>
          <ac:spMkLst>
            <pc:docMk/>
            <pc:sldMk cId="299343988" sldId="307"/>
            <ac:spMk id="4" creationId="{87241060-2FD7-846A-DE14-7E206E766013}"/>
          </ac:spMkLst>
        </pc:spChg>
        <pc:spChg chg="add mod">
          <ac:chgData name="Nick Snellgrove" userId="4e108f51-f871-446a-96e9-c587ed0b7a51" providerId="ADAL" clId="{E90EA8AC-AB5E-4F8B-B42D-DA8536E378AA}" dt="2026-05-04T23:57:07.382" v="3379" actId="1076"/>
          <ac:spMkLst>
            <pc:docMk/>
            <pc:sldMk cId="299343988" sldId="307"/>
            <ac:spMk id="5" creationId="{C7B9B772-CED2-927A-CCDC-0006C8F9634B}"/>
          </ac:spMkLst>
        </pc:spChg>
        <pc:spChg chg="add mod">
          <ac:chgData name="Nick Snellgrove" userId="4e108f51-f871-446a-96e9-c587ed0b7a51" providerId="ADAL" clId="{E90EA8AC-AB5E-4F8B-B42D-DA8536E378AA}" dt="2026-05-04T23:56:51.453" v="3378" actId="1076"/>
          <ac:spMkLst>
            <pc:docMk/>
            <pc:sldMk cId="299343988" sldId="307"/>
            <ac:spMk id="6" creationId="{2EE1DBB0-482A-495F-29A0-5E64BAA77E6C}"/>
          </ac:spMkLst>
        </pc:spChg>
        <pc:spChg chg="add mod">
          <ac:chgData name="Nick Snellgrove" userId="4e108f51-f871-446a-96e9-c587ed0b7a51" providerId="ADAL" clId="{E90EA8AC-AB5E-4F8B-B42D-DA8536E378AA}" dt="2026-05-04T23:57:07.382" v="3379" actId="1076"/>
          <ac:spMkLst>
            <pc:docMk/>
            <pc:sldMk cId="299343988" sldId="307"/>
            <ac:spMk id="7" creationId="{F6D3A14B-E5BC-7EAB-B8C9-B22AFA15BD98}"/>
          </ac:spMkLst>
        </pc:spChg>
        <pc:spChg chg="add del mod ord">
          <ac:chgData name="Nick Snellgrove" userId="4e108f51-f871-446a-96e9-c587ed0b7a51" providerId="ADAL" clId="{E90EA8AC-AB5E-4F8B-B42D-DA8536E378AA}" dt="2026-05-04T23:56:46.600" v="3377" actId="478"/>
          <ac:spMkLst>
            <pc:docMk/>
            <pc:sldMk cId="299343988" sldId="307"/>
            <ac:spMk id="8" creationId="{BC8379B9-4802-10F7-E62E-0921A666458C}"/>
          </ac:spMkLst>
        </pc:spChg>
        <pc:picChg chg="del">
          <ac:chgData name="Nick Snellgrove" userId="4e108f51-f871-446a-96e9-c587ed0b7a51" providerId="ADAL" clId="{E90EA8AC-AB5E-4F8B-B42D-DA8536E378AA}" dt="2026-05-04T23:49:36.410" v="3286" actId="478"/>
          <ac:picMkLst>
            <pc:docMk/>
            <pc:sldMk cId="299343988" sldId="307"/>
            <ac:picMk id="3" creationId="{D30F9DB8-FCA9-61B6-A984-4BE669E629B4}"/>
          </ac:picMkLst>
        </pc:picChg>
        <pc:picChg chg="add mod">
          <ac:chgData name="Nick Snellgrove" userId="4e108f51-f871-446a-96e9-c587ed0b7a51" providerId="ADAL" clId="{E90EA8AC-AB5E-4F8B-B42D-DA8536E378AA}" dt="2026-05-04T23:56:51.453" v="3378" actId="1076"/>
          <ac:picMkLst>
            <pc:docMk/>
            <pc:sldMk cId="299343988" sldId="307"/>
            <ac:picMk id="6146" creationId="{033690D2-1139-D2E7-B854-9AFEA79E0C91}"/>
          </ac:picMkLst>
        </pc:picChg>
        <pc:picChg chg="add mod">
          <ac:chgData name="Nick Snellgrove" userId="4e108f51-f871-446a-96e9-c587ed0b7a51" providerId="ADAL" clId="{E90EA8AC-AB5E-4F8B-B42D-DA8536E378AA}" dt="2026-05-04T23:57:07.382" v="3379" actId="1076"/>
          <ac:picMkLst>
            <pc:docMk/>
            <pc:sldMk cId="299343988" sldId="307"/>
            <ac:picMk id="6148" creationId="{55AB5F92-EB20-08E7-CE8E-79E670D6B471}"/>
          </ac:picMkLst>
        </pc:picChg>
      </pc:sldChg>
    </pc:docChg>
  </pc:docChgLst>
  <pc:docChgLst>
    <pc:chgData name="Nick Snellgrove" userId="S::nick@epi.group::4e108f51-f871-446a-96e9-c587ed0b7a51" providerId="AD" clId="Web-{502D73C1-0A32-21DE-CC5E-EF4E17045E48}"/>
    <pc:docChg chg="addSld delSld modSld sldOrd">
      <pc:chgData name="Nick Snellgrove" userId="S::nick@epi.group::4e108f51-f871-446a-96e9-c587ed0b7a51" providerId="AD" clId="Web-{502D73C1-0A32-21DE-CC5E-EF4E17045E48}" dt="2026-05-01T05:01:50.114" v="1674" actId="20577"/>
      <pc:docMkLst>
        <pc:docMk/>
      </pc:docMkLst>
      <pc:sldChg chg="modSp mod modClrScheme chgLayout">
        <pc:chgData name="Nick Snellgrove" userId="S::nick@epi.group::4e108f51-f871-446a-96e9-c587ed0b7a51" providerId="AD" clId="Web-{502D73C1-0A32-21DE-CC5E-EF4E17045E48}" dt="2026-05-01T05:01:25.269" v="1671" actId="14100"/>
        <pc:sldMkLst>
          <pc:docMk/>
          <pc:sldMk cId="3812533663" sldId="256"/>
        </pc:sldMkLst>
        <pc:spChg chg="mod ord">
          <ac:chgData name="Nick Snellgrove" userId="S::nick@epi.group::4e108f51-f871-446a-96e9-c587ed0b7a51" providerId="AD" clId="Web-{502D73C1-0A32-21DE-CC5E-EF4E17045E48}" dt="2026-05-01T05:00:54.485" v="1654"/>
          <ac:spMkLst>
            <pc:docMk/>
            <pc:sldMk cId="3812533663" sldId="256"/>
            <ac:spMk id="2" creationId="{A46922D6-CA7A-4822-2C87-11A521B48D6C}"/>
          </ac:spMkLst>
        </pc:spChg>
        <pc:spChg chg="mod ord">
          <ac:chgData name="Nick Snellgrove" userId="S::nick@epi.group::4e108f51-f871-446a-96e9-c587ed0b7a51" providerId="AD" clId="Web-{502D73C1-0A32-21DE-CC5E-EF4E17045E48}" dt="2026-05-01T05:01:25.269" v="1671" actId="14100"/>
          <ac:spMkLst>
            <pc:docMk/>
            <pc:sldMk cId="3812533663" sldId="256"/>
            <ac:spMk id="3" creationId="{6AD8E3FC-9EA5-4CD6-F589-D04EBF4FB12A}"/>
          </ac:spMkLst>
        </pc:spChg>
        <pc:spChg chg="mod ord">
          <ac:chgData name="Nick Snellgrove" userId="S::nick@epi.group::4e108f51-f871-446a-96e9-c587ed0b7a51" providerId="AD" clId="Web-{502D73C1-0A32-21DE-CC5E-EF4E17045E48}" dt="2026-05-01T05:01:09.049" v="1658" actId="20577"/>
          <ac:spMkLst>
            <pc:docMk/>
            <pc:sldMk cId="3812533663" sldId="256"/>
            <ac:spMk id="4" creationId="{1B74581C-4C23-BF79-967A-B839F10AC053}"/>
          </ac:spMkLst>
        </pc:spChg>
      </pc:sldChg>
      <pc:sldChg chg="addSp delSp modSp mod modClrScheme chgLayout">
        <pc:chgData name="Nick Snellgrove" userId="S::nick@epi.group::4e108f51-f871-446a-96e9-c587ed0b7a51" providerId="AD" clId="Web-{502D73C1-0A32-21DE-CC5E-EF4E17045E48}" dt="2026-05-01T05:00:44.672" v="1653"/>
        <pc:sldMkLst>
          <pc:docMk/>
          <pc:sldMk cId="842325243" sldId="267"/>
        </pc:sldMkLst>
        <pc:spChg chg="mod ord">
          <ac:chgData name="Nick Snellgrove" userId="S::nick@epi.group::4e108f51-f871-446a-96e9-c587ed0b7a51" providerId="AD" clId="Web-{502D73C1-0A32-21DE-CC5E-EF4E17045E48}" dt="2026-05-01T05:00:37.547" v="1652"/>
          <ac:spMkLst>
            <pc:docMk/>
            <pc:sldMk cId="842325243" sldId="267"/>
            <ac:spMk id="2" creationId="{F08F55E4-9F92-903C-8D27-3B06A7283D98}"/>
          </ac:spMkLst>
        </pc:spChg>
        <pc:spChg chg="mod ord">
          <ac:chgData name="Nick Snellgrove" userId="S::nick@epi.group::4e108f51-f871-446a-96e9-c587ed0b7a51" providerId="AD" clId="Web-{502D73C1-0A32-21DE-CC5E-EF4E17045E48}" dt="2026-05-01T05:00:37.547" v="1652"/>
          <ac:spMkLst>
            <pc:docMk/>
            <pc:sldMk cId="842325243" sldId="267"/>
            <ac:spMk id="3" creationId="{3A93B6E2-F931-0D3F-8394-E6928BB770FD}"/>
          </ac:spMkLst>
        </pc:spChg>
      </pc:sldChg>
      <pc:sldChg chg="modSp new modNotes">
        <pc:chgData name="Nick Snellgrove" userId="S::nick@epi.group::4e108f51-f871-446a-96e9-c587ed0b7a51" providerId="AD" clId="Web-{502D73C1-0A32-21DE-CC5E-EF4E17045E48}" dt="2026-05-01T04:37:58.214" v="422" actId="20577"/>
        <pc:sldMkLst>
          <pc:docMk/>
          <pc:sldMk cId="2723548160" sldId="289"/>
        </pc:sldMkLst>
        <pc:spChg chg="mod">
          <ac:chgData name="Nick Snellgrove" userId="S::nick@epi.group::4e108f51-f871-446a-96e9-c587ed0b7a51" providerId="AD" clId="Web-{502D73C1-0A32-21DE-CC5E-EF4E17045E48}" dt="2026-05-01T04:28:15.431" v="176" actId="20577"/>
          <ac:spMkLst>
            <pc:docMk/>
            <pc:sldMk cId="2723548160" sldId="289"/>
            <ac:spMk id="2" creationId="{F23D730B-010D-6D2A-78C6-7A3781FADF1A}"/>
          </ac:spMkLst>
        </pc:spChg>
        <pc:spChg chg="mod">
          <ac:chgData name="Nick Snellgrove" userId="S::nick@epi.group::4e108f51-f871-446a-96e9-c587ed0b7a51" providerId="AD" clId="Web-{502D73C1-0A32-21DE-CC5E-EF4E17045E48}" dt="2026-05-01T04:37:58.214" v="422" actId="20577"/>
          <ac:spMkLst>
            <pc:docMk/>
            <pc:sldMk cId="2723548160" sldId="289"/>
            <ac:spMk id="3" creationId="{C42A2B45-25C9-E5C9-F733-3580062FC60A}"/>
          </ac:spMkLst>
        </pc:spChg>
      </pc:sldChg>
    </pc:docChg>
  </pc:docChgLst>
  <pc:docChgLst>
    <pc:chgData name="Shanna Tervoort-McLeod" userId="253d0e36-d0bf-47b4-b4e5-27c32d8025c0" providerId="ADAL" clId="{292B3924-7E15-5699-88F2-F017F785F965}"/>
    <pc:docChg chg="custSel modSld">
      <pc:chgData name="Shanna Tervoort-McLeod" userId="253d0e36-d0bf-47b4-b4e5-27c32d8025c0" providerId="ADAL" clId="{292B3924-7E15-5699-88F2-F017F785F965}" dt="2026-05-05T23:01:46.030" v="60" actId="1076"/>
      <pc:docMkLst>
        <pc:docMk/>
      </pc:docMkLst>
      <pc:sldChg chg="modSp mod">
        <pc:chgData name="Shanna Tervoort-McLeod" userId="253d0e36-d0bf-47b4-b4e5-27c32d8025c0" providerId="ADAL" clId="{292B3924-7E15-5699-88F2-F017F785F965}" dt="2026-05-05T21:29:37.277" v="0" actId="113"/>
        <pc:sldMkLst>
          <pc:docMk/>
          <pc:sldMk cId="3812533663" sldId="256"/>
        </pc:sldMkLst>
        <pc:spChg chg="mod">
          <ac:chgData name="Shanna Tervoort-McLeod" userId="253d0e36-d0bf-47b4-b4e5-27c32d8025c0" providerId="ADAL" clId="{292B3924-7E15-5699-88F2-F017F785F965}" dt="2026-05-05T21:29:37.277" v="0" actId="113"/>
          <ac:spMkLst>
            <pc:docMk/>
            <pc:sldMk cId="3812533663" sldId="256"/>
            <ac:spMk id="2" creationId="{A46922D6-CA7A-4822-2C87-11A521B48D6C}"/>
          </ac:spMkLst>
        </pc:spChg>
      </pc:sldChg>
      <pc:sldChg chg="modSp mod">
        <pc:chgData name="Shanna Tervoort-McLeod" userId="253d0e36-d0bf-47b4-b4e5-27c32d8025c0" providerId="ADAL" clId="{292B3924-7E15-5699-88F2-F017F785F965}" dt="2026-05-05T21:36:03.282" v="23" actId="20577"/>
        <pc:sldMkLst>
          <pc:docMk/>
          <pc:sldMk cId="2723548160" sldId="289"/>
        </pc:sldMkLst>
        <pc:spChg chg="mod">
          <ac:chgData name="Shanna Tervoort-McLeod" userId="253d0e36-d0bf-47b4-b4e5-27c32d8025c0" providerId="ADAL" clId="{292B3924-7E15-5699-88F2-F017F785F965}" dt="2026-05-05T21:36:03.282" v="23" actId="20577"/>
          <ac:spMkLst>
            <pc:docMk/>
            <pc:sldMk cId="2723548160" sldId="289"/>
            <ac:spMk id="3" creationId="{C42A2B45-25C9-E5C9-F733-3580062FC60A}"/>
          </ac:spMkLst>
        </pc:spChg>
      </pc:sldChg>
      <pc:sldChg chg="modSp mod">
        <pc:chgData name="Shanna Tervoort-McLeod" userId="253d0e36-d0bf-47b4-b4e5-27c32d8025c0" providerId="ADAL" clId="{292B3924-7E15-5699-88F2-F017F785F965}" dt="2026-05-05T21:31:11.347" v="1" actId="12"/>
        <pc:sldMkLst>
          <pc:docMk/>
          <pc:sldMk cId="1627143753" sldId="296"/>
        </pc:sldMkLst>
        <pc:spChg chg="mod">
          <ac:chgData name="Shanna Tervoort-McLeod" userId="253d0e36-d0bf-47b4-b4e5-27c32d8025c0" providerId="ADAL" clId="{292B3924-7E15-5699-88F2-F017F785F965}" dt="2026-05-05T21:31:11.347" v="1" actId="12"/>
          <ac:spMkLst>
            <pc:docMk/>
            <pc:sldMk cId="1627143753" sldId="296"/>
            <ac:spMk id="4" creationId="{7A399886-A7EF-3AFB-834D-E3144844208E}"/>
          </ac:spMkLst>
        </pc:spChg>
      </pc:sldChg>
      <pc:sldChg chg="addSp modSp mod">
        <pc:chgData name="Shanna Tervoort-McLeod" userId="253d0e36-d0bf-47b4-b4e5-27c32d8025c0" providerId="ADAL" clId="{292B3924-7E15-5699-88F2-F017F785F965}" dt="2026-05-05T21:37:47.120" v="37" actId="1076"/>
        <pc:sldMkLst>
          <pc:docMk/>
          <pc:sldMk cId="338454694" sldId="299"/>
        </pc:sldMkLst>
        <pc:spChg chg="mod">
          <ac:chgData name="Shanna Tervoort-McLeod" userId="253d0e36-d0bf-47b4-b4e5-27c32d8025c0" providerId="ADAL" clId="{292B3924-7E15-5699-88F2-F017F785F965}" dt="2026-05-05T21:35:47.573" v="20" actId="14100"/>
          <ac:spMkLst>
            <pc:docMk/>
            <pc:sldMk cId="338454694" sldId="299"/>
            <ac:spMk id="4" creationId="{23025534-4FEA-689C-77C7-F44F76ACC956}"/>
          </ac:spMkLst>
        </pc:spChg>
        <pc:picChg chg="add mod">
          <ac:chgData name="Shanna Tervoort-McLeod" userId="253d0e36-d0bf-47b4-b4e5-27c32d8025c0" providerId="ADAL" clId="{292B3924-7E15-5699-88F2-F017F785F965}" dt="2026-05-05T21:37:47.120" v="37" actId="1076"/>
          <ac:picMkLst>
            <pc:docMk/>
            <pc:sldMk cId="338454694" sldId="299"/>
            <ac:picMk id="5" creationId="{FB710EE5-6207-B7A4-36EB-CA0F609EE198}"/>
          </ac:picMkLst>
        </pc:picChg>
      </pc:sldChg>
      <pc:sldChg chg="addSp modSp mod">
        <pc:chgData name="Shanna Tervoort-McLeod" userId="253d0e36-d0bf-47b4-b4e5-27c32d8025c0" providerId="ADAL" clId="{292B3924-7E15-5699-88F2-F017F785F965}" dt="2026-05-05T21:45:01.763" v="56" actId="1076"/>
        <pc:sldMkLst>
          <pc:docMk/>
          <pc:sldMk cId="491669475" sldId="301"/>
        </pc:sldMkLst>
        <pc:spChg chg="mod">
          <ac:chgData name="Shanna Tervoort-McLeod" userId="253d0e36-d0bf-47b4-b4e5-27c32d8025c0" providerId="ADAL" clId="{292B3924-7E15-5699-88F2-F017F785F965}" dt="2026-05-05T21:36:35.621" v="28" actId="14100"/>
          <ac:spMkLst>
            <pc:docMk/>
            <pc:sldMk cId="491669475" sldId="301"/>
            <ac:spMk id="3" creationId="{0BD444BF-6F55-619A-1EE5-FD3B9DC0B403}"/>
          </ac:spMkLst>
        </pc:spChg>
        <pc:picChg chg="add mod">
          <ac:chgData name="Shanna Tervoort-McLeod" userId="253d0e36-d0bf-47b4-b4e5-27c32d8025c0" providerId="ADAL" clId="{292B3924-7E15-5699-88F2-F017F785F965}" dt="2026-05-05T21:45:01.763" v="56" actId="1076"/>
          <ac:picMkLst>
            <pc:docMk/>
            <pc:sldMk cId="491669475" sldId="301"/>
            <ac:picMk id="4" creationId="{65A64BC6-2670-5588-CD05-270E75A70649}"/>
          </ac:picMkLst>
        </pc:picChg>
      </pc:sldChg>
      <pc:sldChg chg="modSp mod">
        <pc:chgData name="Shanna Tervoort-McLeod" userId="253d0e36-d0bf-47b4-b4e5-27c32d8025c0" providerId="ADAL" clId="{292B3924-7E15-5699-88F2-F017F785F965}" dt="2026-05-05T21:32:43.650" v="10" actId="20577"/>
        <pc:sldMkLst>
          <pc:docMk/>
          <pc:sldMk cId="2369738800" sldId="302"/>
        </pc:sldMkLst>
        <pc:spChg chg="mod">
          <ac:chgData name="Shanna Tervoort-McLeod" userId="253d0e36-d0bf-47b4-b4e5-27c32d8025c0" providerId="ADAL" clId="{292B3924-7E15-5699-88F2-F017F785F965}" dt="2026-05-05T21:32:43.650" v="10" actId="20577"/>
          <ac:spMkLst>
            <pc:docMk/>
            <pc:sldMk cId="2369738800" sldId="302"/>
            <ac:spMk id="2" creationId="{C011AEAB-AA53-5478-E484-A35881BD8E2A}"/>
          </ac:spMkLst>
        </pc:spChg>
      </pc:sldChg>
      <pc:sldChg chg="modSp mod">
        <pc:chgData name="Shanna Tervoort-McLeod" userId="253d0e36-d0bf-47b4-b4e5-27c32d8025c0" providerId="ADAL" clId="{292B3924-7E15-5699-88F2-F017F785F965}" dt="2026-05-05T21:32:56.022" v="12" actId="20577"/>
        <pc:sldMkLst>
          <pc:docMk/>
          <pc:sldMk cId="2103267894" sldId="303"/>
        </pc:sldMkLst>
        <pc:spChg chg="mod">
          <ac:chgData name="Shanna Tervoort-McLeod" userId="253d0e36-d0bf-47b4-b4e5-27c32d8025c0" providerId="ADAL" clId="{292B3924-7E15-5699-88F2-F017F785F965}" dt="2026-05-05T21:32:56.022" v="12" actId="20577"/>
          <ac:spMkLst>
            <pc:docMk/>
            <pc:sldMk cId="2103267894" sldId="303"/>
            <ac:spMk id="2" creationId="{AD2C492B-184C-0B13-B356-4A1ED7940BC5}"/>
          </ac:spMkLst>
        </pc:spChg>
      </pc:sldChg>
      <pc:sldChg chg="addSp modSp mod">
        <pc:chgData name="Shanna Tervoort-McLeod" userId="253d0e36-d0bf-47b4-b4e5-27c32d8025c0" providerId="ADAL" clId="{292B3924-7E15-5699-88F2-F017F785F965}" dt="2026-05-05T21:42:10.601" v="49" actId="1076"/>
        <pc:sldMkLst>
          <pc:docMk/>
          <pc:sldMk cId="2215040014" sldId="305"/>
        </pc:sldMkLst>
        <pc:spChg chg="mod">
          <ac:chgData name="Shanna Tervoort-McLeod" userId="253d0e36-d0bf-47b4-b4e5-27c32d8025c0" providerId="ADAL" clId="{292B3924-7E15-5699-88F2-F017F785F965}" dt="2026-05-05T21:40:42.651" v="39" actId="27636"/>
          <ac:spMkLst>
            <pc:docMk/>
            <pc:sldMk cId="2215040014" sldId="305"/>
            <ac:spMk id="3" creationId="{38B7C271-EA34-8727-38AB-6A855D64399D}"/>
          </ac:spMkLst>
        </pc:spChg>
        <pc:picChg chg="add mod">
          <ac:chgData name="Shanna Tervoort-McLeod" userId="253d0e36-d0bf-47b4-b4e5-27c32d8025c0" providerId="ADAL" clId="{292B3924-7E15-5699-88F2-F017F785F965}" dt="2026-05-05T21:42:10.601" v="49" actId="1076"/>
          <ac:picMkLst>
            <pc:docMk/>
            <pc:sldMk cId="2215040014" sldId="305"/>
            <ac:picMk id="4" creationId="{A0FD42A8-CD31-47B8-B0D6-CD485E3F2824}"/>
          </ac:picMkLst>
        </pc:picChg>
        <pc:picChg chg="add mod">
          <ac:chgData name="Shanna Tervoort-McLeod" userId="253d0e36-d0bf-47b4-b4e5-27c32d8025c0" providerId="ADAL" clId="{292B3924-7E15-5699-88F2-F017F785F965}" dt="2026-05-05T21:42:10.601" v="49" actId="1076"/>
          <ac:picMkLst>
            <pc:docMk/>
            <pc:sldMk cId="2215040014" sldId="305"/>
            <ac:picMk id="5" creationId="{E2146A93-A7CD-7000-66B4-4C5BE939DA6E}"/>
          </ac:picMkLst>
        </pc:picChg>
      </pc:sldChg>
      <pc:sldChg chg="modSp mod">
        <pc:chgData name="Shanna Tervoort-McLeod" userId="253d0e36-d0bf-47b4-b4e5-27c32d8025c0" providerId="ADAL" clId="{292B3924-7E15-5699-88F2-F017F785F965}" dt="2026-05-05T21:33:34.212" v="14" actId="20577"/>
        <pc:sldMkLst>
          <pc:docMk/>
          <pc:sldMk cId="936306167" sldId="306"/>
        </pc:sldMkLst>
        <pc:spChg chg="mod">
          <ac:chgData name="Shanna Tervoort-McLeod" userId="253d0e36-d0bf-47b4-b4e5-27c32d8025c0" providerId="ADAL" clId="{292B3924-7E15-5699-88F2-F017F785F965}" dt="2026-05-05T21:33:34.212" v="14" actId="20577"/>
          <ac:spMkLst>
            <pc:docMk/>
            <pc:sldMk cId="936306167" sldId="306"/>
            <ac:spMk id="2" creationId="{1CBACC95-7B5D-B262-13C4-1D6C315A9FA6}"/>
          </ac:spMkLst>
        </pc:spChg>
      </pc:sldChg>
      <pc:sldChg chg="modSp mod">
        <pc:chgData name="Shanna Tervoort-McLeod" userId="253d0e36-d0bf-47b4-b4e5-27c32d8025c0" providerId="ADAL" clId="{292B3924-7E15-5699-88F2-F017F785F965}" dt="2026-05-05T21:33:37.857" v="15" actId="20577"/>
        <pc:sldMkLst>
          <pc:docMk/>
          <pc:sldMk cId="2240769710" sldId="307"/>
        </pc:sldMkLst>
        <pc:spChg chg="mod">
          <ac:chgData name="Shanna Tervoort-McLeod" userId="253d0e36-d0bf-47b4-b4e5-27c32d8025c0" providerId="ADAL" clId="{292B3924-7E15-5699-88F2-F017F785F965}" dt="2026-05-05T21:33:37.857" v="15" actId="20577"/>
          <ac:spMkLst>
            <pc:docMk/>
            <pc:sldMk cId="2240769710" sldId="307"/>
            <ac:spMk id="2" creationId="{021AFA9B-97DA-1E95-BDFF-6B2352F5FE16}"/>
          </ac:spMkLst>
        </pc:spChg>
      </pc:sldChg>
      <pc:sldChg chg="modSp mod">
        <pc:chgData name="Shanna Tervoort-McLeod" userId="253d0e36-d0bf-47b4-b4e5-27c32d8025c0" providerId="ADAL" clId="{292B3924-7E15-5699-88F2-F017F785F965}" dt="2026-05-05T21:36:57.412" v="30" actId="1076"/>
        <pc:sldMkLst>
          <pc:docMk/>
          <pc:sldMk cId="3629942069" sldId="309"/>
        </pc:sldMkLst>
        <pc:spChg chg="mod">
          <ac:chgData name="Shanna Tervoort-McLeod" userId="253d0e36-d0bf-47b4-b4e5-27c32d8025c0" providerId="ADAL" clId="{292B3924-7E15-5699-88F2-F017F785F965}" dt="2026-05-05T21:36:57.412" v="30" actId="1076"/>
          <ac:spMkLst>
            <pc:docMk/>
            <pc:sldMk cId="3629942069" sldId="309"/>
            <ac:spMk id="3" creationId="{E8D4B9B5-24C1-98B7-581B-17A2D90EF571}"/>
          </ac:spMkLst>
        </pc:spChg>
      </pc:sldChg>
      <pc:sldChg chg="modSp mod">
        <pc:chgData name="Shanna Tervoort-McLeod" userId="253d0e36-d0bf-47b4-b4e5-27c32d8025c0" providerId="ADAL" clId="{292B3924-7E15-5699-88F2-F017F785F965}" dt="2026-05-05T23:01:46.030" v="60" actId="1076"/>
        <pc:sldMkLst>
          <pc:docMk/>
          <pc:sldMk cId="4081741384" sldId="311"/>
        </pc:sldMkLst>
        <pc:spChg chg="mod">
          <ac:chgData name="Shanna Tervoort-McLeod" userId="253d0e36-d0bf-47b4-b4e5-27c32d8025c0" providerId="ADAL" clId="{292B3924-7E15-5699-88F2-F017F785F965}" dt="2026-05-05T23:01:46.030" v="60" actId="1076"/>
          <ac:spMkLst>
            <pc:docMk/>
            <pc:sldMk cId="4081741384" sldId="311"/>
            <ac:spMk id="3" creationId="{B24BCF1B-5ADC-68D3-A294-BFF67BC88517}"/>
          </ac:spMkLst>
        </pc:spChg>
      </pc:sldChg>
    </pc:docChg>
  </pc:docChgLst>
  <pc:docChgLst>
    <pc:chgData name="Nick Snellgrove" userId="S::nick@epi.group::4e108f51-f871-446a-96e9-c587ed0b7a51" providerId="AD" clId="Web-{978780F3-1236-C71E-6471-4D1AEC021179}"/>
    <pc:docChg chg="modSld">
      <pc:chgData name="Nick Snellgrove" userId="S::nick@epi.group::4e108f51-f871-446a-96e9-c587ed0b7a51" providerId="AD" clId="Web-{978780F3-1236-C71E-6471-4D1AEC021179}" dt="2026-04-29T03:02:44.609" v="100"/>
      <pc:docMkLst>
        <pc:docMk/>
      </pc:docMkLst>
      <pc:sldChg chg="modSp">
        <pc:chgData name="Nick Snellgrove" userId="S::nick@epi.group::4e108f51-f871-446a-96e9-c587ed0b7a51" providerId="AD" clId="Web-{978780F3-1236-C71E-6471-4D1AEC021179}" dt="2026-04-29T02:54:35.138" v="1" actId="20577"/>
        <pc:sldMkLst>
          <pc:docMk/>
          <pc:sldMk cId="3812533663" sldId="256"/>
        </pc:sldMkLst>
        <pc:spChg chg="mod">
          <ac:chgData name="Nick Snellgrove" userId="S::nick@epi.group::4e108f51-f871-446a-96e9-c587ed0b7a51" providerId="AD" clId="Web-{978780F3-1236-C71E-6471-4D1AEC021179}" dt="2026-04-29T02:54:35.138" v="1" actId="20577"/>
          <ac:spMkLst>
            <pc:docMk/>
            <pc:sldMk cId="3812533663" sldId="256"/>
            <ac:spMk id="3" creationId="{6AD8E3FC-9EA5-4CD6-F589-D04EBF4FB12A}"/>
          </ac:spMkLst>
        </pc:spChg>
      </pc:sldChg>
      <pc:sldChg chg="modSp">
        <pc:chgData name="Nick Snellgrove" userId="S::nick@epi.group::4e108f51-f871-446a-96e9-c587ed0b7a51" providerId="AD" clId="Web-{978780F3-1236-C71E-6471-4D1AEC021179}" dt="2026-04-29T02:54:59.452" v="2" actId="20577"/>
        <pc:sldMkLst>
          <pc:docMk/>
          <pc:sldMk cId="842325243" sldId="267"/>
        </pc:sldMkLst>
        <pc:spChg chg="mod">
          <ac:chgData name="Nick Snellgrove" userId="S::nick@epi.group::4e108f51-f871-446a-96e9-c587ed0b7a51" providerId="AD" clId="Web-{978780F3-1236-C71E-6471-4D1AEC021179}" dt="2026-04-29T02:54:59.452" v="2" actId="20577"/>
          <ac:spMkLst>
            <pc:docMk/>
            <pc:sldMk cId="842325243" sldId="267"/>
            <ac:spMk id="2" creationId="{F08F55E4-9F92-903C-8D27-3B06A7283D98}"/>
          </ac:spMkLst>
        </pc:spChg>
      </pc:sldChg>
    </pc:docChg>
  </pc:docChgLst>
  <pc:docChgLst>
    <pc:chgData name="Steven Simpson" userId="S::steven@epi.group::da5739ee-a425-42de-9941-9a9e46b7e9a3" providerId="AD" clId="Web-{5A8A33D3-215F-8A95-79C7-55071864AF8B}"/>
    <pc:docChg chg="modSld">
      <pc:chgData name="Steven Simpson" userId="S::steven@epi.group::da5739ee-a425-42de-9941-9a9e46b7e9a3" providerId="AD" clId="Web-{5A8A33D3-215F-8A95-79C7-55071864AF8B}" dt="2026-05-05T02:01:56.717" v="65" actId="20577"/>
      <pc:docMkLst>
        <pc:docMk/>
      </pc:docMkLst>
      <pc:sldChg chg="modSp">
        <pc:chgData name="Steven Simpson" userId="S::steven@epi.group::da5739ee-a425-42de-9941-9a9e46b7e9a3" providerId="AD" clId="Web-{5A8A33D3-215F-8A95-79C7-55071864AF8B}" dt="2026-05-05T02:01:56.717" v="65" actId="20577"/>
        <pc:sldMkLst>
          <pc:docMk/>
          <pc:sldMk cId="3899449247" sldId="295"/>
        </pc:sldMkLst>
        <pc:spChg chg="mod">
          <ac:chgData name="Steven Simpson" userId="S::steven@epi.group::da5739ee-a425-42de-9941-9a9e46b7e9a3" providerId="AD" clId="Web-{5A8A33D3-215F-8A95-79C7-55071864AF8B}" dt="2026-05-05T02:01:56.717" v="65" actId="20577"/>
          <ac:spMkLst>
            <pc:docMk/>
            <pc:sldMk cId="3899449247" sldId="295"/>
            <ac:spMk id="6" creationId="{60FB406B-CED1-E8A6-97A1-533706741827}"/>
          </ac:spMkLst>
        </pc:spChg>
      </pc:sldChg>
    </pc:docChg>
  </pc:docChgLst>
  <pc:docChgLst>
    <pc:chgData name="Steven Simpson" userId="da5739ee-a425-42de-9941-9a9e46b7e9a3" providerId="ADAL" clId="{73C0DBFF-E890-4CE9-B087-6EBF0F51BFEE}"/>
    <pc:docChg chg="undo custSel addSld delSld modSld">
      <pc:chgData name="Steven Simpson" userId="da5739ee-a425-42de-9941-9a9e46b7e9a3" providerId="ADAL" clId="{73C0DBFF-E890-4CE9-B087-6EBF0F51BFEE}" dt="2026-04-22T22:24:06.731" v="1674" actId="20577"/>
      <pc:docMkLst>
        <pc:docMk/>
      </pc:docMkLst>
      <pc:sldChg chg="modSp mod">
        <pc:chgData name="Steven Simpson" userId="da5739ee-a425-42de-9941-9a9e46b7e9a3" providerId="ADAL" clId="{73C0DBFF-E890-4CE9-B087-6EBF0F51BFEE}" dt="2026-04-22T21:28:27.886" v="27" actId="20577"/>
        <pc:sldMkLst>
          <pc:docMk/>
          <pc:sldMk cId="3812533663" sldId="256"/>
        </pc:sldMkLst>
        <pc:spChg chg="mod">
          <ac:chgData name="Steven Simpson" userId="da5739ee-a425-42de-9941-9a9e46b7e9a3" providerId="ADAL" clId="{73C0DBFF-E890-4CE9-B087-6EBF0F51BFEE}" dt="2026-04-22T21:26:27.377" v="13" actId="27636"/>
          <ac:spMkLst>
            <pc:docMk/>
            <pc:sldMk cId="3812533663" sldId="256"/>
            <ac:spMk id="2" creationId="{A46922D6-CA7A-4822-2C87-11A521B48D6C}"/>
          </ac:spMkLst>
        </pc:spChg>
        <pc:spChg chg="mod">
          <ac:chgData name="Steven Simpson" userId="da5739ee-a425-42de-9941-9a9e46b7e9a3" providerId="ADAL" clId="{73C0DBFF-E890-4CE9-B087-6EBF0F51BFEE}" dt="2026-04-22T21:28:27.886" v="27" actId="20577"/>
          <ac:spMkLst>
            <pc:docMk/>
            <pc:sldMk cId="3812533663" sldId="256"/>
            <ac:spMk id="3" creationId="{6AD8E3FC-9EA5-4CD6-F589-D04EBF4FB12A}"/>
          </ac:spMkLst>
        </pc:spChg>
        <pc:spChg chg="mod">
          <ac:chgData name="Steven Simpson" userId="da5739ee-a425-42de-9941-9a9e46b7e9a3" providerId="ADAL" clId="{73C0DBFF-E890-4CE9-B087-6EBF0F51BFEE}" dt="2026-04-22T21:26:40.306" v="17"/>
          <ac:spMkLst>
            <pc:docMk/>
            <pc:sldMk cId="3812533663" sldId="256"/>
            <ac:spMk id="4" creationId="{1B74581C-4C23-BF79-967A-B839F10AC053}"/>
          </ac:spMkLst>
        </pc:spChg>
      </pc:sldChg>
      <pc:sldChg chg="delSp modSp new mod">
        <pc:chgData name="Steven Simpson" userId="da5739ee-a425-42de-9941-9a9e46b7e9a3" providerId="ADAL" clId="{73C0DBFF-E890-4CE9-B087-6EBF0F51BFEE}" dt="2026-04-22T22:24:06.731" v="1674" actId="20577"/>
        <pc:sldMkLst>
          <pc:docMk/>
          <pc:sldMk cId="842325243" sldId="267"/>
        </pc:sldMkLst>
        <pc:spChg chg="mod">
          <ac:chgData name="Steven Simpson" userId="da5739ee-a425-42de-9941-9a9e46b7e9a3" providerId="ADAL" clId="{73C0DBFF-E890-4CE9-B087-6EBF0F51BFEE}" dt="2026-04-22T22:23:05.105" v="1592" actId="20577"/>
          <ac:spMkLst>
            <pc:docMk/>
            <pc:sldMk cId="842325243" sldId="267"/>
            <ac:spMk id="2" creationId="{F08F55E4-9F92-903C-8D27-3B06A7283D98}"/>
          </ac:spMkLst>
        </pc:spChg>
        <pc:spChg chg="mod">
          <ac:chgData name="Steven Simpson" userId="da5739ee-a425-42de-9941-9a9e46b7e9a3" providerId="ADAL" clId="{73C0DBFF-E890-4CE9-B087-6EBF0F51BFEE}" dt="2026-04-22T22:24:06.731" v="1674" actId="20577"/>
          <ac:spMkLst>
            <pc:docMk/>
            <pc:sldMk cId="842325243" sldId="267"/>
            <ac:spMk id="3" creationId="{3A93B6E2-F931-0D3F-8394-E6928BB770FD}"/>
          </ac:spMkLst>
        </pc:spChg>
      </pc:sldChg>
      <pc:sldChg chg="delSp modSp new mod">
        <pc:chgData name="Steven Simpson" userId="da5739ee-a425-42de-9941-9a9e46b7e9a3" providerId="ADAL" clId="{73C0DBFF-E890-4CE9-B087-6EBF0F51BFEE}" dt="2026-04-22T21:30:16.184" v="85" actId="478"/>
        <pc:sldMkLst>
          <pc:docMk/>
          <pc:sldMk cId="2297998817" sldId="268"/>
        </pc:sldMkLst>
        <pc:spChg chg="mod">
          <ac:chgData name="Steven Simpson" userId="da5739ee-a425-42de-9941-9a9e46b7e9a3" providerId="ADAL" clId="{73C0DBFF-E890-4CE9-B087-6EBF0F51BFEE}" dt="2026-04-22T21:30:09.411" v="84" actId="20577"/>
          <ac:spMkLst>
            <pc:docMk/>
            <pc:sldMk cId="2297998817" sldId="268"/>
            <ac:spMk id="2" creationId="{9AEABE85-DB79-61BB-AAF1-819AB3258D8C}"/>
          </ac:spMkLst>
        </pc:spChg>
      </pc:sldChg>
    </pc:docChg>
  </pc:docChgLst>
  <pc:docChgLst>
    <pc:chgData name="Steven Simpson" userId="S::steven@epi.group::da5739ee-a425-42de-9941-9a9e46b7e9a3" providerId="AD" clId="Web-{36E081B6-492A-88C0-B5FA-77C245F7BF56}"/>
    <pc:docChg chg="modSld">
      <pc:chgData name="Steven Simpson" userId="S::steven@epi.group::da5739ee-a425-42de-9941-9a9e46b7e9a3" providerId="AD" clId="Web-{36E081B6-492A-88C0-B5FA-77C245F7BF56}" dt="2026-05-05T22:10:02.287" v="1" actId="20577"/>
      <pc:docMkLst>
        <pc:docMk/>
      </pc:docMkLst>
      <pc:sldChg chg="modSp">
        <pc:chgData name="Steven Simpson" userId="S::steven@epi.group::da5739ee-a425-42de-9941-9a9e46b7e9a3" providerId="AD" clId="Web-{36E081B6-492A-88C0-B5FA-77C245F7BF56}" dt="2026-05-05T22:10:02.287" v="1" actId="20577"/>
        <pc:sldMkLst>
          <pc:docMk/>
          <pc:sldMk cId="1627143753" sldId="296"/>
        </pc:sldMkLst>
        <pc:spChg chg="mod">
          <ac:chgData name="Steven Simpson" userId="S::steven@epi.group::da5739ee-a425-42de-9941-9a9e46b7e9a3" providerId="AD" clId="Web-{36E081B6-492A-88C0-B5FA-77C245F7BF56}" dt="2026-05-05T22:10:02.287" v="1" actId="20577"/>
          <ac:spMkLst>
            <pc:docMk/>
            <pc:sldMk cId="1627143753" sldId="296"/>
            <ac:spMk id="4" creationId="{7A399886-A7EF-3AFB-834D-E3144844208E}"/>
          </ac:spMkLst>
        </pc:spChg>
      </pc:sldChg>
    </pc:docChg>
  </pc:docChgLst>
  <pc:docChgLst>
    <pc:chgData name="Steven Simpson" userId="S::steven@epi.group::da5739ee-a425-42de-9941-9a9e46b7e9a3" providerId="AD" clId="Web-{D90882F7-6947-D1A9-9341-EF6FE90A53AA}"/>
    <pc:docChg chg="modSld">
      <pc:chgData name="Steven Simpson" userId="S::steven@epi.group::da5739ee-a425-42de-9941-9a9e46b7e9a3" providerId="AD" clId="Web-{D90882F7-6947-D1A9-9341-EF6FE90A53AA}" dt="2026-05-04T05:56:47.440" v="37" actId="20577"/>
      <pc:docMkLst>
        <pc:docMk/>
      </pc:docMkLst>
      <pc:sldChg chg="modSp">
        <pc:chgData name="Steven Simpson" userId="S::steven@epi.group::da5739ee-a425-42de-9941-9a9e46b7e9a3" providerId="AD" clId="Web-{D90882F7-6947-D1A9-9341-EF6FE90A53AA}" dt="2026-05-04T05:56:47.440" v="37" actId="20577"/>
        <pc:sldMkLst>
          <pc:docMk/>
          <pc:sldMk cId="3899449247" sldId="295"/>
        </pc:sldMkLst>
        <pc:spChg chg="mod">
          <ac:chgData name="Steven Simpson" userId="S::steven@epi.group::da5739ee-a425-42de-9941-9a9e46b7e9a3" providerId="AD" clId="Web-{D90882F7-6947-D1A9-9341-EF6FE90A53AA}" dt="2026-05-04T05:56:47.440" v="37" actId="20577"/>
          <ac:spMkLst>
            <pc:docMk/>
            <pc:sldMk cId="3899449247" sldId="295"/>
            <ac:spMk id="6" creationId="{60FB406B-CED1-E8A6-97A1-533706741827}"/>
          </ac:spMkLst>
        </pc:spChg>
      </pc:sldChg>
    </pc:docChg>
  </pc:docChgLst>
  <pc:docChgLst>
    <pc:chgData name="Steven Simpson" userId="S::steven@epi.group::da5739ee-a425-42de-9941-9a9e46b7e9a3" providerId="AD" clId="Web-{EDE0496E-E3D2-885E-396E-EB539D8668C1}"/>
    <pc:docChg chg="addSld delSld modSld sldOrd">
      <pc:chgData name="Steven Simpson" userId="S::steven@epi.group::da5739ee-a425-42de-9941-9a9e46b7e9a3" providerId="AD" clId="Web-{EDE0496E-E3D2-885E-396E-EB539D8668C1}" dt="2026-05-05T22:56:06.090" v="64" actId="1076"/>
      <pc:docMkLst>
        <pc:docMk/>
      </pc:docMkLst>
      <pc:sldChg chg="addSp delSp modSp del">
        <pc:chgData name="Steven Simpson" userId="S::steven@epi.group::da5739ee-a425-42de-9941-9a9e46b7e9a3" providerId="AD" clId="Web-{EDE0496E-E3D2-885E-396E-EB539D8668C1}" dt="2026-05-05T22:41:20.285" v="13"/>
        <pc:sldMkLst>
          <pc:docMk/>
          <pc:sldMk cId="2369738800" sldId="302"/>
        </pc:sldMkLst>
        <pc:spChg chg="mod">
          <ac:chgData name="Steven Simpson" userId="S::steven@epi.group::da5739ee-a425-42de-9941-9a9e46b7e9a3" providerId="AD" clId="Web-{EDE0496E-E3D2-885E-396E-EB539D8668C1}" dt="2026-05-05T22:40:59.253" v="9" actId="1076"/>
          <ac:spMkLst>
            <pc:docMk/>
            <pc:sldMk cId="2369738800" sldId="302"/>
            <ac:spMk id="2" creationId="{C011AEAB-AA53-5478-E484-A35881BD8E2A}"/>
          </ac:spMkLst>
        </pc:spChg>
        <pc:spChg chg="add del">
          <ac:chgData name="Steven Simpson" userId="S::steven@epi.group::da5739ee-a425-42de-9941-9a9e46b7e9a3" providerId="AD" clId="Web-{EDE0496E-E3D2-885E-396E-EB539D8668C1}" dt="2026-05-05T22:41:09.535" v="11"/>
          <ac:spMkLst>
            <pc:docMk/>
            <pc:sldMk cId="2369738800" sldId="302"/>
            <ac:spMk id="3" creationId="{28C5BCEA-7778-8F24-3105-B2E296512268}"/>
          </ac:spMkLst>
        </pc:spChg>
      </pc:sldChg>
      <pc:sldChg chg="add replId">
        <pc:chgData name="Steven Simpson" userId="S::steven@epi.group::da5739ee-a425-42de-9941-9a9e46b7e9a3" providerId="AD" clId="Web-{EDE0496E-E3D2-885E-396E-EB539D8668C1}" dt="2026-05-05T22:40:41.800" v="0"/>
        <pc:sldMkLst>
          <pc:docMk/>
          <pc:sldMk cId="1770924310" sldId="310"/>
        </pc:sldMkLst>
      </pc:sldChg>
      <pc:sldChg chg="modSp add ord replId">
        <pc:chgData name="Steven Simpson" userId="S::steven@epi.group::da5739ee-a425-42de-9941-9a9e46b7e9a3" providerId="AD" clId="Web-{EDE0496E-E3D2-885E-396E-EB539D8668C1}" dt="2026-05-05T22:56:06.090" v="64" actId="1076"/>
        <pc:sldMkLst>
          <pc:docMk/>
          <pc:sldMk cId="4081741384" sldId="311"/>
        </pc:sldMkLst>
        <pc:spChg chg="mod">
          <ac:chgData name="Steven Simpson" userId="S::steven@epi.group::da5739ee-a425-42de-9941-9a9e46b7e9a3" providerId="AD" clId="Web-{EDE0496E-E3D2-885E-396E-EB539D8668C1}" dt="2026-05-05T22:56:06.090" v="64" actId="1076"/>
          <ac:spMkLst>
            <pc:docMk/>
            <pc:sldMk cId="4081741384" sldId="311"/>
            <ac:spMk id="2" creationId="{33E9874E-9F57-E34B-B21E-D597E949434E}"/>
          </ac:spMkLst>
        </pc:spChg>
        <pc:spChg chg="mod">
          <ac:chgData name="Steven Simpson" userId="S::steven@epi.group::da5739ee-a425-42de-9941-9a9e46b7e9a3" providerId="AD" clId="Web-{EDE0496E-E3D2-885E-396E-EB539D8668C1}" dt="2026-05-05T22:55:27.511" v="63" actId="20577"/>
          <ac:spMkLst>
            <pc:docMk/>
            <pc:sldMk cId="4081741384" sldId="311"/>
            <ac:spMk id="3" creationId="{B24BCF1B-5ADC-68D3-A294-BFF67BC885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930B6-FE81-408A-BBCC-765B9162DB22}" type="datetimeFigureOut"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FAD9A-6581-49B4-8B2D-31E20AFC6A7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8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84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71C3-3AA9-5902-D82E-F909A9FB6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7E88D-7F23-398B-AF71-EB3EA3D4F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3273B-89DD-5B46-D059-8430A4650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FCBA8-F969-AB71-5DAA-2CBD2DECA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22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6E8DE-B80F-9EF2-B658-BE8E9BBE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9B978-4B2A-8191-F69A-375ED6D8F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5B652-C602-748B-52A5-9CE48EEF8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4F807-1671-BF7F-0AB6-74F253699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60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432D8-716F-1185-5D79-7DC0D99F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146920-9AA2-2349-73B7-ACD18D6CD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7561E-14A4-F4B7-68A9-2F2A6B38E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E1A68-D0F5-F680-D020-2145F5058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165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6EC8F-6993-36E1-AE37-3631C05A5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144B-D140-4D54-6B82-0448F1574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512F3-F416-EC67-AAD8-C573D33CA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spcBef>
                <a:spcPts val="1000"/>
              </a:spcBef>
              <a:buFont typeface="Calibri,Sans-Serif"/>
              <a:buNone/>
            </a:pPr>
            <a:endParaRPr lang="en-NZ">
              <a:solidFill>
                <a:srgbClr val="444444"/>
              </a:solidFill>
            </a:endParaRPr>
          </a:p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C6ADB-1095-AB10-4E7C-860E223A3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64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B75FA-4858-AF06-564A-1E4A4D95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20533-24AC-14B0-653C-F8E637C71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BA155-03CC-B652-C3D2-E42C7C9C4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0969A-E922-1A18-8239-C28D63C09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5093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D706E-BA6D-E93E-D6D6-7A34B004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13D91-7D66-4AB4-FC93-399DC7273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D2296-119C-5A00-947A-CB2D15E1B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444444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81F0F-FA38-04C8-0039-9B69EFA58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FAD9A-6581-49B4-8B2D-31E20AFC6A7E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85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ark backgroun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CA38-30D5-54B6-227C-2B1D6B78B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29400" cy="2387600"/>
          </a:xfrm>
        </p:spPr>
        <p:txBody>
          <a:bodyPr anchor="b"/>
          <a:lstStyle>
            <a:lvl1pPr algn="l">
              <a:defRPr sz="6000" b="0" i="0">
                <a:solidFill>
                  <a:schemeClr val="bg1"/>
                </a:solidFill>
                <a:latin typeface="Georgia" panose="02040502050405020303" pitchFamily="18" charset="0"/>
                <a:ea typeface="Palatino" pitchFamily="2" charset="77"/>
                <a:cs typeface="Big Caslon Medium" panose="02000603090000020003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ACE32-DB70-FC2C-4982-837A6EEAA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6294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A1B82D-ED78-3906-DB56-DE6692EFC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694944"/>
            <a:ext cx="6629400" cy="33534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175C61-AB37-24E2-7170-AC21713A64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48978" y="710375"/>
            <a:ext cx="1319022" cy="5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6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ight Backgroun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CA38-30D5-54B6-227C-2B1D6B78B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29400" cy="2387600"/>
          </a:xfrm>
        </p:spPr>
        <p:txBody>
          <a:bodyPr anchor="b"/>
          <a:lstStyle>
            <a:lvl1pPr algn="l">
              <a:defRPr sz="6000" b="0" i="0">
                <a:solidFill>
                  <a:schemeClr val="tx1"/>
                </a:solidFill>
                <a:latin typeface="Georgia" panose="02040502050405020303" pitchFamily="18" charset="0"/>
                <a:ea typeface="Palatino" pitchFamily="2" charset="77"/>
                <a:cs typeface="Big Caslon Medium" panose="02000603090000020003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ACE32-DB70-FC2C-4982-837A6EEAA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6294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A1B82D-ED78-3906-DB56-DE6692EFC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694944"/>
            <a:ext cx="6629400" cy="33534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067ADA0-E91A-C3CF-CC7A-7D3A401C69A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48978" y="694944"/>
            <a:ext cx="1319022" cy="5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95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Gradient)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CA38-30D5-54B6-227C-2B1D6B78B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29400" cy="2387600"/>
          </a:xfrm>
        </p:spPr>
        <p:txBody>
          <a:bodyPr anchor="b"/>
          <a:lstStyle>
            <a:lvl1pPr algn="l">
              <a:defRPr sz="6000" b="0" i="0">
                <a:solidFill>
                  <a:schemeClr val="bg1"/>
                </a:solidFill>
                <a:latin typeface="Georgia" panose="02040502050405020303" pitchFamily="18" charset="0"/>
                <a:ea typeface="Palatino" pitchFamily="2" charset="77"/>
                <a:cs typeface="Big Caslon Medium" panose="02000603090000020003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ACE32-DB70-FC2C-4982-837A6EEAA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6294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A1B82D-ED78-3906-DB56-DE6692EFC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694944"/>
            <a:ext cx="6629400" cy="33534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175C61-AB37-24E2-7170-AC21713A64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8978" y="710375"/>
            <a:ext cx="1319022" cy="5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5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Hex)"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6F193C-1D88-83A3-AEA1-175C379D2B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>
                  <a:alpha val="92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9BCA38-30D5-54B6-227C-2B1D6B78B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6629400" cy="2387600"/>
          </a:xfrm>
        </p:spPr>
        <p:txBody>
          <a:bodyPr anchor="b"/>
          <a:lstStyle>
            <a:lvl1pPr algn="l">
              <a:defRPr sz="6000" b="0" i="0">
                <a:solidFill>
                  <a:schemeClr val="bg1"/>
                </a:solidFill>
                <a:latin typeface="Georgia" panose="02040502050405020303" pitchFamily="18" charset="0"/>
                <a:ea typeface="Palatino" pitchFamily="2" charset="77"/>
                <a:cs typeface="Big Caslon Medium" panose="02000603090000020003" pitchFamily="2" charset="-79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ACE32-DB70-FC2C-4982-837A6EEAA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66294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3A1B82D-ED78-3906-DB56-DE6692EFCB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0" y="694944"/>
            <a:ext cx="6629400" cy="33534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9175C61-AB37-24E2-7170-AC21713A64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48978" y="710375"/>
            <a:ext cx="1319022" cy="59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707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Dark Backgroun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A514-4B0C-4F3E-8820-ECBC9054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5591B-9536-A4C4-C81A-963780437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4613C80-5734-9B65-7CD6-89AB90B643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9522" y="628079"/>
            <a:ext cx="947928" cy="4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9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Light Backgroun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A514-4B0C-4F3E-8820-ECBC90543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5591B-9536-A4C4-C81A-963780437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2221778-9945-6B70-C850-196475F81A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99522" y="628079"/>
            <a:ext cx="947928" cy="4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7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Ligh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2A71-2078-28A1-1352-D8EB6C1F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3619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DBC-662C-545D-A216-FD839557B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BBF657A0-3497-63B2-ECA1-B40DC40585C2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71A9C8-B6D9-E17B-67DD-0F1240B185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43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Dark Background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2A71-2078-28A1-1352-D8EB6C1F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3619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DBC-662C-545D-A216-FD839557B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BBF657A0-3497-63B2-ECA1-B40DC40585C2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B6DAD3-6566-0A00-5FA5-76168714FB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2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3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AEC75-0B72-8389-3296-AFD1FCB485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52976-B3B2-7AEF-1B7E-E2086A2E0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0BE811-431B-32D3-F3DB-8DFC93171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3619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Round Same-side Corner of Rectangle 8">
            <a:extLst>
              <a:ext uri="{FF2B5EF4-FFF2-40B4-BE49-F238E27FC236}">
                <a16:creationId xmlns:a16="http://schemas.microsoft.com/office/drawing/2014/main" id="{983A1C72-11E3-5A26-3020-59AE5463461F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688B475-089A-9D6C-321A-4FCEE4D9BE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0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62B955-1431-F92F-D613-23D1A2151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36192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D540A406-24DA-9A04-15D0-C6B151814613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CE1ABF7-9263-E0F5-3BC8-BC276FC78B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8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A3B5-270A-8834-2418-E56D6F39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5488"/>
            <a:ext cx="3932237" cy="5385562"/>
          </a:xfrm>
          <a:prstGeom prst="roundRect">
            <a:avLst>
              <a:gd name="adj" fmla="val 9458"/>
            </a:avLst>
          </a:prstGeom>
          <a:solidFill>
            <a:schemeClr val="tx2"/>
          </a:solidFill>
        </p:spPr>
        <p:txBody>
          <a:bodyPr lIns="180000" tIns="180000" rIns="180000" bIns="180000"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BD7C4-35F9-D21E-B22D-9F510D51A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75489"/>
            <a:ext cx="6172200" cy="53855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06ADC554-EE3E-52C2-DF41-6747B640B73B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81D3F0-E0F9-B963-A056-581E4AB2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271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block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A3B5-270A-8834-2418-E56D6F39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75488"/>
            <a:ext cx="10518023" cy="881674"/>
          </a:xfrm>
          <a:prstGeom prst="roundRect">
            <a:avLst>
              <a:gd name="adj" fmla="val 30200"/>
            </a:avLst>
          </a:prstGeom>
          <a:solidFill>
            <a:schemeClr val="tx2"/>
          </a:solidFill>
        </p:spPr>
        <p:txBody>
          <a:bodyPr lIns="180000" tIns="180000" rIns="180000" bIns="180000"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06ADC554-EE3E-52C2-DF41-6747B640B73B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81D3F0-E0F9-B963-A056-581E4AB2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79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ile block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A3B5-270A-8834-2418-E56D6F39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039660"/>
            <a:ext cx="10518023" cy="881674"/>
          </a:xfrm>
          <a:prstGeom prst="roundRect">
            <a:avLst>
              <a:gd name="adj" fmla="val 30200"/>
            </a:avLst>
          </a:prstGeom>
          <a:solidFill>
            <a:schemeClr val="tx2"/>
          </a:solidFill>
        </p:spPr>
        <p:txBody>
          <a:bodyPr lIns="180000" tIns="180000" rIns="180000" bIns="180000" anchor="ctr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06ADC554-EE3E-52C2-DF41-6747B640B73B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81D3F0-E0F9-B963-A056-581E4AB2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92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text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A3B5-270A-8834-2418-E56D6F39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-1076888" y="1962411"/>
            <a:ext cx="4521591" cy="2367815"/>
          </a:xfrm>
          <a:prstGeom prst="round2SameRect">
            <a:avLst/>
          </a:prstGeom>
          <a:solidFill>
            <a:schemeClr val="tx2"/>
          </a:solidFill>
        </p:spPr>
        <p:txBody>
          <a:bodyPr vert="vert270" lIns="180000" tIns="180000" rIns="180000" bIns="36000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06ADC554-EE3E-52C2-DF41-6747B640B73B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81D3F0-E0F9-B963-A056-581E4AB2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71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1A3B5-270A-8834-2418-E56D6F39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8747297" y="1962411"/>
            <a:ext cx="4521591" cy="2367815"/>
          </a:xfrm>
          <a:prstGeom prst="round2SameRect">
            <a:avLst/>
          </a:prstGeom>
          <a:solidFill>
            <a:schemeClr val="tx2"/>
          </a:solidFill>
        </p:spPr>
        <p:txBody>
          <a:bodyPr vert="vert" lIns="180000" tIns="180000" rIns="180000" bIns="360000" anchor="ctr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Round Same-side Corner of Rectangle 7">
            <a:extLst>
              <a:ext uri="{FF2B5EF4-FFF2-40B4-BE49-F238E27FC236}">
                <a16:creationId xmlns:a16="http://schemas.microsoft.com/office/drawing/2014/main" id="{06ADC554-EE3E-52C2-DF41-6747B640B73B}"/>
              </a:ext>
            </a:extLst>
          </p:cNvPr>
          <p:cNvSpPr/>
          <p:nvPr userDrawn="1"/>
        </p:nvSpPr>
        <p:spPr>
          <a:xfrm>
            <a:off x="120396" y="6311900"/>
            <a:ext cx="11951208" cy="546100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481D3F0-E0F9-B963-A056-581E4AB235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8609" y="6412441"/>
            <a:ext cx="770382" cy="3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49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77168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819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Light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1332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Gradient)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2887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Hex)"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71A346-400F-180D-A805-8A20B21520D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>
                  <a:alpha val="92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02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2A71-2078-28A1-1352-D8EB6C1FA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6888480" cy="153619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DBC-662C-545D-A216-FD839557B6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6888480" cy="30572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details and content</a:t>
            </a:r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BBF657A0-3497-63B2-ECA1-B40DC40585C2}"/>
              </a:ext>
            </a:extLst>
          </p:cNvPr>
          <p:cNvSpPr/>
          <p:nvPr userDrawn="1"/>
        </p:nvSpPr>
        <p:spPr>
          <a:xfrm>
            <a:off x="120396" y="5934456"/>
            <a:ext cx="11951208" cy="923544"/>
          </a:xfrm>
          <a:prstGeom prst="round2SameRect">
            <a:avLst>
              <a:gd name="adj1" fmla="val 4328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B6DAD3-6566-0A00-5FA5-76168714FB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3008" y="6156410"/>
            <a:ext cx="1199049" cy="53699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62F38-C712-CD74-FA2B-E6040B18B5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147304" y="1825625"/>
            <a:ext cx="3206496" cy="3057271"/>
          </a:xfrm>
          <a:prstGeom prst="roundRect">
            <a:avLst>
              <a:gd name="adj" fmla="val 7993"/>
            </a:avLst>
          </a:prstGeom>
          <a:solidFill>
            <a:schemeClr val="bg1"/>
          </a:solidFill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Upcoming events</a:t>
            </a:r>
          </a:p>
        </p:txBody>
      </p:sp>
      <p:pic>
        <p:nvPicPr>
          <p:cNvPr id="10" name="Picture 9" descr="A black background with circles&#10;&#10;AI-generated content may be incorrect.">
            <a:extLst>
              <a:ext uri="{FF2B5EF4-FFF2-40B4-BE49-F238E27FC236}">
                <a16:creationId xmlns:a16="http://schemas.microsoft.com/office/drawing/2014/main" id="{78C06E91-F8FF-6D01-5C75-BED7B6B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2419" y="6035237"/>
            <a:ext cx="1107358" cy="285871"/>
          </a:xfrm>
          <a:prstGeom prst="rect">
            <a:avLst/>
          </a:prstGeom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6EE042-0271-9FA8-B0B4-BD9EDB4C9D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14080" y="5993891"/>
            <a:ext cx="551145" cy="804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C4B98D-A7EE-44F0-A409-A56A1451E96A}"/>
              </a:ext>
            </a:extLst>
          </p:cNvPr>
          <p:cNvSpPr txBox="1"/>
          <p:nvPr userDrawn="1"/>
        </p:nvSpPr>
        <p:spPr>
          <a:xfrm>
            <a:off x="9236201" y="6321108"/>
            <a:ext cx="1399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Posit Professional Services Partner</a:t>
            </a:r>
          </a:p>
        </p:txBody>
      </p:sp>
    </p:spTree>
    <p:extLst>
      <p:ext uri="{BB962C8B-B14F-4D97-AF65-F5344CB8AC3E}">
        <p14:creationId xmlns:p14="http://schemas.microsoft.com/office/powerpoint/2010/main" val="41916950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(Light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2A71-2078-28A1-1352-D8EB6C1FA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6888480" cy="1536192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Thank you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DBC-662C-545D-A216-FD839557B6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6888480" cy="3057271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details and content</a:t>
            </a:r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BBF657A0-3497-63B2-ECA1-B40DC40585C2}"/>
              </a:ext>
            </a:extLst>
          </p:cNvPr>
          <p:cNvSpPr/>
          <p:nvPr userDrawn="1"/>
        </p:nvSpPr>
        <p:spPr>
          <a:xfrm>
            <a:off x="120396" y="5934456"/>
            <a:ext cx="11951208" cy="923544"/>
          </a:xfrm>
          <a:prstGeom prst="round2SameRect">
            <a:avLst>
              <a:gd name="adj1" fmla="val 43287"/>
              <a:gd name="adj2" fmla="val 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62F38-C712-CD74-FA2B-E6040B18B5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147304" y="1825625"/>
            <a:ext cx="3206496" cy="3057271"/>
          </a:xfrm>
          <a:prstGeom prst="roundRect">
            <a:avLst>
              <a:gd name="adj" fmla="val 7993"/>
            </a:avLst>
          </a:prstGeom>
          <a:solidFill>
            <a:schemeClr val="tx2"/>
          </a:solidFill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Upcoming events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C4B98D-A7EE-44F0-A409-A56A1451E96A}"/>
              </a:ext>
            </a:extLst>
          </p:cNvPr>
          <p:cNvSpPr txBox="1"/>
          <p:nvPr userDrawn="1"/>
        </p:nvSpPr>
        <p:spPr>
          <a:xfrm>
            <a:off x="9236201" y="6321108"/>
            <a:ext cx="1399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</a:rPr>
              <a:t>Posit Professional Services Partner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AF46CCE-FCEC-8F16-8C81-13631E29D7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3007" y="6127728"/>
            <a:ext cx="1199049" cy="536998"/>
          </a:xfrm>
          <a:prstGeom prst="rect">
            <a:avLst/>
          </a:prstGeom>
        </p:spPr>
      </p:pic>
      <p:pic>
        <p:nvPicPr>
          <p:cNvPr id="9" name="Picture 8" descr="A white letter in a circle&#10;&#10;AI-generated content may be incorrect.">
            <a:extLst>
              <a:ext uri="{FF2B5EF4-FFF2-40B4-BE49-F238E27FC236}">
                <a16:creationId xmlns:a16="http://schemas.microsoft.com/office/drawing/2014/main" id="{6C2D142A-7869-E620-0885-AD0163BD05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1126" y="6035237"/>
            <a:ext cx="445158" cy="717161"/>
          </a:xfrm>
          <a:prstGeom prst="rect">
            <a:avLst/>
          </a:prstGeom>
        </p:spPr>
      </p:pic>
      <p:pic>
        <p:nvPicPr>
          <p:cNvPr id="14" name="Picture 13" descr="A white circle on a black background&#10;&#10;AI-generated content may be incorrect.">
            <a:extLst>
              <a:ext uri="{FF2B5EF4-FFF2-40B4-BE49-F238E27FC236}">
                <a16:creationId xmlns:a16="http://schemas.microsoft.com/office/drawing/2014/main" id="{DC7FC4A3-F671-096B-747E-CDEA9F1495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82419" y="6035237"/>
            <a:ext cx="1107358" cy="28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80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(Gradient)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52A71-2078-28A1-1352-D8EB6C1FA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6888480" cy="153619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DBC-662C-545D-A216-FD839557B6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6888480" cy="30572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details and content</a:t>
            </a:r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BBF657A0-3497-63B2-ECA1-B40DC40585C2}"/>
              </a:ext>
            </a:extLst>
          </p:cNvPr>
          <p:cNvSpPr/>
          <p:nvPr userDrawn="1"/>
        </p:nvSpPr>
        <p:spPr>
          <a:xfrm>
            <a:off x="120396" y="5934456"/>
            <a:ext cx="11951208" cy="923544"/>
          </a:xfrm>
          <a:prstGeom prst="round2SameRect">
            <a:avLst>
              <a:gd name="adj1" fmla="val 4328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B6DAD3-6566-0A00-5FA5-76168714FB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8" y="6156410"/>
            <a:ext cx="1199049" cy="53699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62F38-C712-CD74-FA2B-E6040B18B5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147304" y="1825625"/>
            <a:ext cx="3206496" cy="3057271"/>
          </a:xfrm>
          <a:prstGeom prst="roundRect">
            <a:avLst>
              <a:gd name="adj" fmla="val 7993"/>
            </a:avLst>
          </a:prstGeom>
          <a:solidFill>
            <a:schemeClr val="bg2"/>
          </a:solidFill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Upcoming events</a:t>
            </a:r>
          </a:p>
        </p:txBody>
      </p:sp>
      <p:pic>
        <p:nvPicPr>
          <p:cNvPr id="10" name="Picture 9" descr="A black background with circles&#10;&#10;AI-generated content may be incorrect.">
            <a:extLst>
              <a:ext uri="{FF2B5EF4-FFF2-40B4-BE49-F238E27FC236}">
                <a16:creationId xmlns:a16="http://schemas.microsoft.com/office/drawing/2014/main" id="{78C06E91-F8FF-6D01-5C75-BED7B6B780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82419" y="6035237"/>
            <a:ext cx="1107358" cy="285871"/>
          </a:xfrm>
          <a:prstGeom prst="rect">
            <a:avLst/>
          </a:prstGeom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6EE042-0271-9FA8-B0B4-BD9EDB4C9D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4080" y="5993891"/>
            <a:ext cx="551145" cy="804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C4B98D-A7EE-44F0-A409-A56A1451E96A}"/>
              </a:ext>
            </a:extLst>
          </p:cNvPr>
          <p:cNvSpPr txBox="1"/>
          <p:nvPr userDrawn="1"/>
        </p:nvSpPr>
        <p:spPr>
          <a:xfrm>
            <a:off x="9236201" y="6321108"/>
            <a:ext cx="1399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Posit Professional Services Partner</a:t>
            </a:r>
          </a:p>
        </p:txBody>
      </p:sp>
    </p:spTree>
    <p:extLst>
      <p:ext uri="{BB962C8B-B14F-4D97-AF65-F5344CB8AC3E}">
        <p14:creationId xmlns:p14="http://schemas.microsoft.com/office/powerpoint/2010/main" val="1560560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(Hex)">
    <p:bg>
      <p:bgPr>
        <a:blipFill dpi="0" rotWithShape="1">
          <a:blip r:embed="rId2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6F9A3E-325A-4B7E-194F-6C70C57DE4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0000">
                <a:schemeClr val="tx2">
                  <a:alpha val="9200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E52A71-2078-28A1-1352-D8EB6C1FA5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"/>
            <a:ext cx="6888480" cy="153619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Thank you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36DBC-662C-545D-A216-FD839557B6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6888480" cy="305727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 details and content</a:t>
            </a:r>
          </a:p>
        </p:txBody>
      </p:sp>
      <p:sp>
        <p:nvSpPr>
          <p:cNvPr id="7" name="Round Same-side Corner of Rectangle 6">
            <a:extLst>
              <a:ext uri="{FF2B5EF4-FFF2-40B4-BE49-F238E27FC236}">
                <a16:creationId xmlns:a16="http://schemas.microsoft.com/office/drawing/2014/main" id="{BBF657A0-3497-63B2-ECA1-B40DC40585C2}"/>
              </a:ext>
            </a:extLst>
          </p:cNvPr>
          <p:cNvSpPr/>
          <p:nvPr userDrawn="1"/>
        </p:nvSpPr>
        <p:spPr>
          <a:xfrm>
            <a:off x="120396" y="5934456"/>
            <a:ext cx="11951208" cy="923544"/>
          </a:xfrm>
          <a:prstGeom prst="round2SameRect">
            <a:avLst>
              <a:gd name="adj1" fmla="val 43287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B6DAD3-6566-0A00-5FA5-76168714FB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008" y="6156410"/>
            <a:ext cx="1199049" cy="53699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62F38-C712-CD74-FA2B-E6040B18B5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147304" y="1825625"/>
            <a:ext cx="3206496" cy="3057271"/>
          </a:xfrm>
          <a:prstGeom prst="roundRect">
            <a:avLst>
              <a:gd name="adj" fmla="val 7993"/>
            </a:avLst>
          </a:prstGeom>
          <a:solidFill>
            <a:schemeClr val="bg1"/>
          </a:solidFill>
        </p:spPr>
        <p:txBody>
          <a:bodyPr lIns="180000" tIns="180000" rIns="180000" bIns="180000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Upcoming events</a:t>
            </a:r>
          </a:p>
        </p:txBody>
      </p:sp>
      <p:pic>
        <p:nvPicPr>
          <p:cNvPr id="10" name="Picture 9" descr="A black background with circles&#10;&#10;AI-generated content may be incorrect.">
            <a:extLst>
              <a:ext uri="{FF2B5EF4-FFF2-40B4-BE49-F238E27FC236}">
                <a16:creationId xmlns:a16="http://schemas.microsoft.com/office/drawing/2014/main" id="{78C06E91-F8FF-6D01-5C75-BED7B6B7808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82419" y="6035237"/>
            <a:ext cx="1107358" cy="285871"/>
          </a:xfrm>
          <a:prstGeom prst="rect">
            <a:avLst/>
          </a:prstGeom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6EE042-0271-9FA8-B0B4-BD9EDB4C9DE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4080" y="5993891"/>
            <a:ext cx="551145" cy="8046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C4B98D-A7EE-44F0-A409-A56A1451E96A}"/>
              </a:ext>
            </a:extLst>
          </p:cNvPr>
          <p:cNvSpPr txBox="1"/>
          <p:nvPr userDrawn="1"/>
        </p:nvSpPr>
        <p:spPr>
          <a:xfrm>
            <a:off x="9236201" y="6321108"/>
            <a:ext cx="1399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Posit Professional Services Partner</a:t>
            </a:r>
          </a:p>
        </p:txBody>
      </p:sp>
    </p:spTree>
    <p:extLst>
      <p:ext uri="{BB962C8B-B14F-4D97-AF65-F5344CB8AC3E}">
        <p14:creationId xmlns:p14="http://schemas.microsoft.com/office/powerpoint/2010/main" val="18493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3E058-1114-A5D9-0EEA-81C65A5D1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B4103-452C-46D6-F84E-94BE7EDD6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5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60" r:id="rId4"/>
    <p:sldLayoutId id="2147483651" r:id="rId5"/>
    <p:sldLayoutId id="2147483661" r:id="rId6"/>
    <p:sldLayoutId id="2147483650" r:id="rId7"/>
    <p:sldLayoutId id="2147483665" r:id="rId8"/>
    <p:sldLayoutId id="2147483652" r:id="rId9"/>
    <p:sldLayoutId id="2147483654" r:id="rId10"/>
    <p:sldLayoutId id="2147483656" r:id="rId11"/>
    <p:sldLayoutId id="2147483676" r:id="rId12"/>
    <p:sldLayoutId id="2147483677" r:id="rId13"/>
    <p:sldLayoutId id="2147483678" r:id="rId14"/>
    <p:sldLayoutId id="2147483679" r:id="rId15"/>
    <p:sldLayoutId id="214748365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c01.safelinks.protection.outlook.com/?url=https%3A%2F%2Fcran.r-project.org%2F&amp;data=05%7C02%7Csteven%40epi.group%7C8d2cc482ece749fb7e2708deaa4b7289%7C5f44c5ae3093433a92a506dc84e4b0bd%7C0%7C0%7C639135438681108743%7CUnknown%7CTWFpbGZsb3d8eyJFbXB0eU1hcGkiOnRydWUsIlYiOiIwLjAuMDAwMCIsIlAiOiJXaW4zMiIsIkFOIjoiTWFpbCIsIldUIjoyfQ%3D%3D%7C0%7C%7C%7C&amp;sdata=lS4DAvSSNBFui%2BJOjKhfPH1HR2mo3MaNsGssXtG3VBI%3D&amp;reserved=0" TargetMode="External"/><Relationship Id="rId7" Type="http://schemas.openxmlformats.org/officeDocument/2006/relationships/hyperlink" Target="https://apc01.safelinks.protection.outlook.com/?url=https%3A%2F%2Fgit-scm.com%2Finstall%2F&amp;data=05%7C02%7Csteven%40epi.group%7C8d2cc482ece749fb7e2708deaa4b7289%7C5f44c5ae3093433a92a506dc84e4b0bd%7C0%7C0%7C639135438681195235%7CUnknown%7CTWFpbGZsb3d8eyJFbXB0eU1hcGkiOnRydWUsIlYiOiIwLjAuMDAwMCIsIlAiOiJXaW4zMiIsIkFOIjoiTWFpbCIsIldUIjoyfQ%3D%3D%7C0%7C%7C%7C&amp;sdata=00q1d1gVwLQAZsH%2B5sTSUPdPXM8VNwBRbgOnlUF6nps%3D&amp;reserved=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pc01.safelinks.protection.outlook.com/?url=https%3A%2F%2Fcode.visualstudio.com%2F&amp;data=05%7C02%7Csteven%40epi.group%7C8d2cc482ece749fb7e2708deaa4b7289%7C5f44c5ae3093433a92a506dc84e4b0bd%7C0%7C0%7C639135438681173558%7CUnknown%7CTWFpbGZsb3d8eyJFbXB0eU1hcGkiOnRydWUsIlYiOiIwLjAuMDAwMCIsIlAiOiJXaW4zMiIsIkFOIjoiTWFpbCIsIldUIjoyfQ%3D%3D%7C0%7C%7C%7C&amp;sdata=jqA9ifZOsj5OgsmDsOQwuBDAOwhoqSc3RT%2FwqYLoi%2F4%3D&amp;reserved=0" TargetMode="External"/><Relationship Id="rId5" Type="http://schemas.openxmlformats.org/officeDocument/2006/relationships/hyperlink" Target="https://apc01.safelinks.protection.outlook.com/?url=https%3A%2F%2Fpositron.posit.co%2F&amp;data=05%7C02%7Csteven%40epi.group%7C8d2cc482ece749fb7e2708deaa4b7289%7C5f44c5ae3093433a92a506dc84e4b0bd%7C0%7C0%7C639135438681151381%7CUnknown%7CTWFpbGZsb3d8eyJFbXB0eU1hcGkiOnRydWUsIlYiOiIwLjAuMDAwMCIsIlAiOiJXaW4zMiIsIkFOIjoiTWFpbCIsIldUIjoyfQ%3D%3D%7C0%7C%7C%7C&amp;sdata=a1pBVPa69p%2FtUGCzPJMQhcGzVUnelIjPR3VQdVyzMPs%3D&amp;reserved=0" TargetMode="External"/><Relationship Id="rId4" Type="http://schemas.openxmlformats.org/officeDocument/2006/relationships/hyperlink" Target="https://apc01.safelinks.protection.outlook.com/?url=https%3A%2F%2Fposit.co%2Fdownload%2Frstudio-desktop&amp;data=05%7C02%7Csteven%40epi.group%7C8d2cc482ece749fb7e2708deaa4b7289%7C5f44c5ae3093433a92a506dc84e4b0bd%7C0%7C0%7C639135438681131024%7CUnknown%7CTWFpbGZsb3d8eyJFbXB0eU1hcGkiOnRydWUsIlYiOiIwLjAuMDAwMCIsIlAiOiJXaW4zMiIsIkFOIjoiTWFpbCIsIldUIjoyfQ%3D%3D%7C0%7C%7C%7C&amp;sdata=J3iuI0de5oTbxZhTm9bHoKJIUqN58BqVcJQPVTzvFk8%3D&amp;reserved=0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s.govt.nz/information-releases/marriages-civil-unions-and-divorces-year-ended-december-2025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yihui.org/rmarkdown-cookbook/" TargetMode="External"/><Relationship Id="rId3" Type="http://schemas.openxmlformats.org/officeDocument/2006/relationships/hyperlink" Target="https://happygitwithr.com/" TargetMode="External"/><Relationship Id="rId7" Type="http://schemas.openxmlformats.org/officeDocument/2006/relationships/hyperlink" Target="https://rc2e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pp.datacamp.com/" TargetMode="External"/><Relationship Id="rId5" Type="http://schemas.openxmlformats.org/officeDocument/2006/relationships/hyperlink" Target="https://ardata-fr.github.io/officeverse/" TargetMode="External"/><Relationship Id="rId4" Type="http://schemas.openxmlformats.org/officeDocument/2006/relationships/hyperlink" Target="https://apc01.safelinks.protection.outlook.com/?url=https%3A%2F%2Fquarto.org%2F&amp;data=05%7C02%7Csteven%40epi.group%7C8d2cc482ece749fb7e2708deaa4b7289%7C5f44c5ae3093433a92a506dc84e4b0bd%7C0%7C0%7C639135438681386463%7CUnknown%7CTWFpbGZsb3d8eyJFbXB0eU1hcGkiOnRydWUsIlYiOiIwLjAuMDAwMCIsIlAiOiJXaW4zMiIsIkFOIjoiTWFpbCIsIldUIjoyfQ%3D%3D%7C0%7C%7C%7C&amp;sdata=%2Bc%2BwNaJLJYZPZrkqDdEMgJW7sKkC6SZILx9wRKVynu0%3D&amp;reserved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22D6-CA7A-4822-2C87-11A521B48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316" y="1807084"/>
            <a:ext cx="9421368" cy="2387600"/>
          </a:xfrm>
        </p:spPr>
        <p:txBody>
          <a:bodyPr>
            <a:noAutofit/>
          </a:bodyPr>
          <a:lstStyle/>
          <a:p>
            <a:r>
              <a:rPr lang="en-US" sz="4800"/>
              <a:t>Low cost &amp; low stress approaches to getting started with open-source tools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D8E3FC-9EA5-4CD6-F589-D04EBF4FB1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0600"/>
            <a:ext cx="6629400" cy="6164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>
                <a:ea typeface="Calibri"/>
                <a:cs typeface="Calibri"/>
              </a:rPr>
              <a:t>Chris Knox (NZ Herald), Uli Muellner (Epi)</a:t>
            </a:r>
          </a:p>
          <a:p>
            <a:endParaRPr lang="en-US" i="1">
              <a:ea typeface="Calibri"/>
              <a:cs typeface="Calibri"/>
            </a:endParaRPr>
          </a:p>
          <a:p>
            <a:endParaRPr lang="en-US" i="1">
              <a:ea typeface="Calibri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4581C-4C23-BF79-967A-B839F10AC0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07/05/2026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33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DBC9FD-8828-A0C3-69E0-42BAC61E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NZ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96985B3-E7DA-5529-BB91-FDBAB20E6DCA}"/>
              </a:ext>
            </a:extLst>
          </p:cNvPr>
          <p:cNvSpPr txBox="1">
            <a:spLocks/>
          </p:cNvSpPr>
          <p:nvPr/>
        </p:nvSpPr>
        <p:spPr>
          <a:xfrm>
            <a:off x="2660903" y="1627633"/>
            <a:ext cx="9175763" cy="32186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Why use R in your workflow?</a:t>
            </a:r>
          </a:p>
          <a:p>
            <a:r>
              <a:rPr lang="en-US" sz="2400"/>
              <a:t>Challenges your data team currently faces</a:t>
            </a:r>
          </a:p>
          <a:p>
            <a:r>
              <a:rPr lang="en-US" sz="2400"/>
              <a:t>Minimal requirements for R coding </a:t>
            </a:r>
          </a:p>
          <a:p>
            <a:r>
              <a:rPr lang="en-US" sz="2400"/>
              <a:t>Demonstrating R workflows</a:t>
            </a:r>
          </a:p>
          <a:p>
            <a:r>
              <a:rPr lang="en-US" sz="2400"/>
              <a:t>Communicating technical analysis with Quarto</a:t>
            </a:r>
          </a:p>
          <a:p>
            <a:r>
              <a:rPr lang="en-US" sz="2400"/>
              <a:t>How can AI help your workflow?</a:t>
            </a:r>
          </a:p>
          <a:p>
            <a:r>
              <a:rPr lang="en-US" sz="2400"/>
              <a:t>Additional resources</a:t>
            </a:r>
          </a:p>
          <a:p>
            <a:endParaRPr lang="en-US" sz="2400"/>
          </a:p>
          <a:p>
            <a:endParaRPr lang="en-US" sz="2400"/>
          </a:p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581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404BF-786B-6AD8-D3FF-3DB33DFE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use R in your workflow?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71498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245AF-D330-05DE-F741-A1FE18D1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06E2-E078-B880-36D4-06E4D87FE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Why use open-source tools?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25534-4FEA-689C-77C7-F44F76ACC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866"/>
            <a:ext cx="5257800" cy="4351338"/>
          </a:xfrm>
        </p:spPr>
        <p:txBody>
          <a:bodyPr/>
          <a:lstStyle/>
          <a:p>
            <a:r>
              <a:rPr lang="en-US"/>
              <a:t>Is it possible for R and other open-source tools to help solve some of the challenges your analytics / data team are facing?</a:t>
            </a:r>
          </a:p>
          <a:p>
            <a:r>
              <a:rPr lang="en-US"/>
              <a:t>But where and how do you get started?</a:t>
            </a:r>
          </a:p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C1D1C-8779-F9DA-6C71-9A7F78B85C24}"/>
              </a:ext>
            </a:extLst>
          </p:cNvPr>
          <p:cNvSpPr txBox="1">
            <a:spLocks/>
          </p:cNvSpPr>
          <p:nvPr/>
        </p:nvSpPr>
        <p:spPr>
          <a:xfrm>
            <a:off x="2903220" y="1055776"/>
            <a:ext cx="88315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/>
          </a:p>
          <a:p>
            <a:pPr>
              <a:buFont typeface="Calibri" panose="020F0502020204030204" pitchFamily="34" charset="0"/>
              <a:buChar char="−"/>
            </a:pPr>
            <a:endParaRPr lang="en-NZ"/>
          </a:p>
          <a:p>
            <a:pPr>
              <a:buFont typeface="Calibri" panose="020F0502020204030204" pitchFamily="34" charset="0"/>
              <a:buChar char="−"/>
            </a:pPr>
            <a:endParaRPr lang="en-NZ"/>
          </a:p>
          <a:p>
            <a:pPr>
              <a:buFont typeface="Calibri" panose="020F0502020204030204" pitchFamily="34" charset="0"/>
              <a:buChar char="−"/>
            </a:pPr>
            <a:endParaRPr lang="en-NZ"/>
          </a:p>
        </p:txBody>
      </p:sp>
      <p:pic>
        <p:nvPicPr>
          <p:cNvPr id="5" name="Picture 4" descr="File:R logo.svg - Wikimedia Commons">
            <a:extLst>
              <a:ext uri="{FF2B5EF4-FFF2-40B4-BE49-F238E27FC236}">
                <a16:creationId xmlns:a16="http://schemas.microsoft.com/office/drawing/2014/main" id="{FB710EE5-6207-B7A4-36EB-CA0F609EE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577" y="1718552"/>
            <a:ext cx="4100051" cy="317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20E05-D999-28BB-CBE1-F81089B7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What challenges might you be facing?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99886-A7EF-3AFB-834D-E31448442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000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fontAlgn="base">
              <a:buNone/>
            </a:pPr>
            <a:r>
              <a:rPr lang="en-US"/>
              <a:t>The list of barriers and decisions can seem overwhelming:</a:t>
            </a:r>
          </a:p>
          <a:p>
            <a:pPr lvl="1">
              <a:spcBef>
                <a:spcPts val="2400"/>
              </a:spcBef>
            </a:pPr>
            <a:r>
              <a:rPr lang="en-US"/>
              <a:t>What tools do I need?</a:t>
            </a:r>
          </a:p>
          <a:p>
            <a:pPr lvl="1"/>
            <a:r>
              <a:rPr lang="en-US"/>
              <a:t>Where do I even write code?</a:t>
            </a:r>
          </a:p>
          <a:p>
            <a:pPr lvl="1"/>
            <a:r>
              <a:rPr lang="en-US"/>
              <a:t>What do I need to ask IT for permission to install?</a:t>
            </a:r>
          </a:p>
          <a:p>
            <a:pPr lvl="1"/>
            <a:r>
              <a:rPr lang="en-US"/>
              <a:t>Is there a way to test out a minimal set of tools before talking to IT?</a:t>
            </a:r>
          </a:p>
          <a:p>
            <a:pPr lvl="1"/>
            <a:r>
              <a:rPr lang="en-US"/>
              <a:t>What is a minimal set of tools?</a:t>
            </a:r>
          </a:p>
          <a:p>
            <a:pPr lvl="1"/>
            <a:r>
              <a:rPr lang="en-US"/>
              <a:t>How do I work with the rest of my team?</a:t>
            </a:r>
          </a:p>
          <a:p>
            <a:pPr lvl="1"/>
            <a:r>
              <a:rPr lang="en-US"/>
              <a:t>How can I integrate R into my wider organisation’s workflow?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/>
              <a:t>How do I share the results of my analysis securely?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43F0-BD01-0E3C-5E8E-D6397A21FC99}"/>
              </a:ext>
            </a:extLst>
          </p:cNvPr>
          <p:cNvSpPr txBox="1">
            <a:spLocks/>
          </p:cNvSpPr>
          <p:nvPr/>
        </p:nvSpPr>
        <p:spPr>
          <a:xfrm>
            <a:off x="2903220" y="1055776"/>
            <a:ext cx="88315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NZ"/>
          </a:p>
          <a:p>
            <a:pPr>
              <a:buFont typeface="Calibri" panose="020F0502020204030204" pitchFamily="34" charset="0"/>
              <a:buChar char="−"/>
            </a:pPr>
            <a:endParaRPr lang="en-NZ"/>
          </a:p>
          <a:p>
            <a:pPr>
              <a:buFont typeface="Calibri" panose="020F0502020204030204" pitchFamily="34" charset="0"/>
              <a:buChar char="−"/>
            </a:pPr>
            <a:endParaRPr lang="en-NZ"/>
          </a:p>
          <a:p>
            <a:pPr>
              <a:buFont typeface="Calibri" panose="020F0502020204030204" pitchFamily="34" charset="0"/>
              <a:buChar char="−"/>
            </a:pP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2714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BE85-DB79-61BB-AAF1-819AB325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Minimal requirements for coding with R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9799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D730B-010D-6D2A-78C6-7A3781FA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What do you need?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2B45-25C9-E5C9-F733-3580062FC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A stable R version:</a:t>
            </a:r>
            <a:r>
              <a:rPr lang="en-NZ" dirty="0"/>
              <a:t> </a:t>
            </a:r>
            <a:r>
              <a:rPr lang="en-NZ" dirty="0">
                <a:hlinkClick r:id="rId3" tooltip="Original URL: https://cran.r-project.org/. Click or tap if you trust this link."/>
              </a:rPr>
              <a:t>https://cran.r-project.org/</a:t>
            </a:r>
            <a:endParaRPr lang="en-NZ" dirty="0"/>
          </a:p>
          <a:p>
            <a:endParaRPr lang="en-NZ" dirty="0"/>
          </a:p>
          <a:p>
            <a:pPr fontAlgn="base"/>
            <a:r>
              <a:rPr lang="en-US" dirty="0"/>
              <a:t>An editor:</a:t>
            </a:r>
          </a:p>
          <a:p>
            <a:pPr lvl="1" fontAlgn="base"/>
            <a:r>
              <a:rPr lang="en-US" dirty="0"/>
              <a:t>RStudio </a:t>
            </a:r>
            <a:r>
              <a:rPr lang="en-US" dirty="0">
                <a:hlinkClick r:id="rId4" tooltip="Original URL: https://posit.co/download/rstudio-desktop. Click or tap if you trust this link."/>
              </a:rPr>
              <a:t>https://posit.co/download/rstudio-desktop</a:t>
            </a:r>
            <a:endParaRPr lang="en-US" dirty="0"/>
          </a:p>
          <a:p>
            <a:pPr lvl="1" fontAlgn="base"/>
            <a:r>
              <a:rPr lang="en-US" dirty="0"/>
              <a:t>Positron </a:t>
            </a:r>
            <a:r>
              <a:rPr lang="en-US" dirty="0">
                <a:hlinkClick r:id="rId5" tooltip="Original URL: https://positron.posit.co/. Click or tap if you trust this link."/>
              </a:rPr>
              <a:t>https://positron.posit.co/</a:t>
            </a:r>
            <a:endParaRPr lang="en-US" dirty="0"/>
          </a:p>
          <a:p>
            <a:pPr lvl="1" fontAlgn="base"/>
            <a:r>
              <a:rPr lang="en-US" dirty="0"/>
              <a:t>VS Code </a:t>
            </a:r>
            <a:r>
              <a:rPr lang="en-US" dirty="0">
                <a:hlinkClick r:id="rId6" tooltip="Original URL: https://code.visualstudio.com/. Click or tap if you trust this link."/>
              </a:rPr>
              <a:t>https://code.visualstudio.com/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r>
              <a:rPr lang="en-US" dirty="0"/>
              <a:t>Git (you don't </a:t>
            </a:r>
            <a:r>
              <a:rPr lang="en-US" b="1" dirty="0"/>
              <a:t>need</a:t>
            </a:r>
            <a:r>
              <a:rPr lang="en-US" dirty="0"/>
              <a:t> this – but you </a:t>
            </a:r>
            <a:r>
              <a:rPr lang="en-US" b="1" dirty="0"/>
              <a:t>should</a:t>
            </a:r>
            <a:r>
              <a:rPr lang="en-US" dirty="0"/>
              <a:t> have it): </a:t>
            </a:r>
            <a:br>
              <a:rPr lang="en-US" dirty="0"/>
            </a:br>
            <a:r>
              <a:rPr lang="en-US" dirty="0">
                <a:hlinkClick r:id="rId7" tooltip="Original URL: https://git-scm.com/install/. Click or tap if you trust this link."/>
              </a:rPr>
              <a:t>https://git-scm.com/install/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354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D33CD-010E-5C36-1127-26B6F3DE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6663-1E21-82B8-F75F-7E110A32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Demonstrating R workflows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10037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9DEBC-4B4D-C60E-A5CA-A6C6B4E89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9874E-9F57-E34B-B21E-D597E9494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62" y="341924"/>
            <a:ext cx="10662139" cy="852346"/>
          </a:xfrm>
        </p:spPr>
        <p:txBody>
          <a:bodyPr>
            <a:normAutofit fontScale="90000"/>
          </a:bodyPr>
          <a:lstStyle/>
          <a:p>
            <a:r>
              <a:rPr lang="en-US">
                <a:latin typeface="Georgia"/>
              </a:rPr>
              <a:t>Create or use a GitHub account to follow along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BCF1B-5ADC-68D3-A294-BFF67BC88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987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We will be using the recently released marriages, civil unions, and divorces data </a:t>
            </a:r>
            <a:br>
              <a:rPr lang="en-US">
                <a:solidFill>
                  <a:srgbClr val="404040"/>
                </a:solidFill>
                <a:latin typeface="Calibri"/>
                <a:ea typeface="Calibri"/>
                <a:cs typeface="Calibri"/>
              </a:rPr>
            </a:br>
            <a:r>
              <a:rPr lang="en-US">
                <a:solidFill>
                  <a:srgbClr val="404040"/>
                </a:solidFill>
                <a:latin typeface="Calibri"/>
                <a:ea typeface="Calibri"/>
                <a:cs typeface="Calibri"/>
                <a:hlinkClick r:id="rId3"/>
              </a:rPr>
              <a:t>stats.govt.nz/information-releases/marriages-civil-unions-and-divorces-year-ended-december-2025/</a:t>
            </a:r>
            <a:r>
              <a:rPr lang="en-US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  </a:t>
            </a:r>
          </a:p>
          <a:p>
            <a:pPr marL="0" indent="0">
              <a:buNone/>
            </a:pPr>
            <a:endParaRPr lang="en-US">
              <a:solidFill>
                <a:srgbClr val="404040"/>
              </a:solidFill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Using a csv downloaded from </a:t>
            </a:r>
            <a:r>
              <a:rPr lang="en-US" i="1" err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infoshare</a:t>
            </a:r>
            <a:r>
              <a:rPr lang="en-US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 to get longer timeseries data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1741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CEC49-432B-E8B1-535D-6DD842D5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5AB9-1DC4-FE20-7683-2D06AED0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2808"/>
            <a:ext cx="10515600" cy="1536192"/>
          </a:xfrm>
        </p:spPr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70924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3EA9-CF0F-4019-F97A-7F2CAA96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492B-184C-0B13-B356-4A1ED794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Communicating with your </a:t>
            </a:r>
            <a:r>
              <a:rPr lang="en-US" err="1"/>
              <a:t>organisation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03267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85C60-D1D8-2C8B-9A2B-7C090442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54BD-44C1-E88D-4176-B89F9EEE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communicate technical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444BF-6F55-619A-1EE5-FD3B9DC0B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6398"/>
            <a:ext cx="5257800" cy="35252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en-US"/>
              <a:t>How can you deliver analysis to non-analytical teams in your </a:t>
            </a:r>
            <a:r>
              <a:rPr lang="en-US" err="1"/>
              <a:t>organisation</a:t>
            </a:r>
            <a:r>
              <a:rPr lang="en-US"/>
              <a:t>?</a:t>
            </a:r>
          </a:p>
          <a:p>
            <a:pPr fontAlgn="base"/>
            <a:r>
              <a:rPr lang="en-US"/>
              <a:t>How can you add optional access control, all in a format that they are comfortable with?</a:t>
            </a:r>
            <a:br>
              <a:rPr lang="en-US"/>
            </a:br>
            <a:endParaRPr lang="en-NZ"/>
          </a:p>
        </p:txBody>
      </p:sp>
      <p:pic>
        <p:nvPicPr>
          <p:cNvPr id="4" name="Picture 3" descr="Team collaborates on data analytics at a conference table.">
            <a:extLst>
              <a:ext uri="{FF2B5EF4-FFF2-40B4-BE49-F238E27FC236}">
                <a16:creationId xmlns:a16="http://schemas.microsoft.com/office/drawing/2014/main" id="{65A64BC6-2670-5588-CD05-270E75A70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666398"/>
            <a:ext cx="5257799" cy="35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69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6B16-B283-9EB5-BE1D-601F0FB3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CC95-7B5D-B262-13C4-1D6C315A9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Demonstrating Quarto reporting with Word output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6306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C577-76C5-A68E-006F-68E7E83E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AFA9B-97DA-1E95-BDFF-6B2352F5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2808"/>
            <a:ext cx="10515600" cy="1536192"/>
          </a:xfrm>
        </p:spPr>
        <p:txBody>
          <a:bodyPr/>
          <a:lstStyle/>
          <a:p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240769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B0A8-67AD-6BF7-2516-34CBE3534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B18C-244D-0289-4F96-334D6B37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can AI help?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7240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5157-58B8-F4F3-BE90-388BB7D4D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DBD7-10D1-FDE1-5727-6F811FE7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and Positron Integrations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7C271-EA34-8727-38AB-6A855D64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444"/>
            <a:ext cx="5257800" cy="405555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fontAlgn="base"/>
            <a:r>
              <a:rPr lang="en-US"/>
              <a:t>Positron Assistant allows the selection of the AI model in use with the GitHub Copilot chat plugin (e.g. Claude Sonnet 4, GPT-4.1, GPT-4o).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Positron Assistant also enables various modes of AI usage: Edit, Ask and Agent. </a:t>
            </a:r>
            <a:br>
              <a:rPr lang="en-US"/>
            </a:br>
            <a:endParaRPr lang="en-NZ"/>
          </a:p>
        </p:txBody>
      </p:sp>
      <p:pic>
        <p:nvPicPr>
          <p:cNvPr id="4" name="Picture 3" descr="Positron :: Cheatsheet">
            <a:extLst>
              <a:ext uri="{FF2B5EF4-FFF2-40B4-BE49-F238E27FC236}">
                <a16:creationId xmlns:a16="http://schemas.microsoft.com/office/drawing/2014/main" id="{A0FD42A8-CD31-47B8-B0D6-CD485E3F2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991" y="1646846"/>
            <a:ext cx="2448881" cy="2827875"/>
          </a:xfrm>
          <a:prstGeom prst="rect">
            <a:avLst/>
          </a:prstGeom>
        </p:spPr>
      </p:pic>
      <p:pic>
        <p:nvPicPr>
          <p:cNvPr id="5" name="Picture 4" descr="Microsoft Copilot Chat - Centre for Teaching Support &amp; Innovation">
            <a:extLst>
              <a:ext uri="{FF2B5EF4-FFF2-40B4-BE49-F238E27FC236}">
                <a16:creationId xmlns:a16="http://schemas.microsoft.com/office/drawing/2014/main" id="{E2146A93-A7CD-7000-66B4-4C5BE939DA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3007" y="3336402"/>
            <a:ext cx="2735965" cy="27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40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55E4-9F92-903C-8D27-3B06A728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eorgia"/>
              </a:rPr>
              <a:t>Thank you for joining!</a:t>
            </a:r>
            <a:endParaRPr lang="en-NZ">
              <a:latin typeface="Georg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3B6E2-F931-0D3F-8394-E6928BB77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Any questions?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Hosts: Chris Knox &amp; Uli Muellner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42325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FE48-0A37-0792-9533-E2965A0B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18485-81A7-DD94-E4CA-DD33E2E53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Resources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4B9B5-24C1-98B7-581B-17A2D90EF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4904"/>
            <a:ext cx="10515600" cy="4361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en-US">
                <a:hlinkClick r:id="rId3"/>
              </a:rPr>
              <a:t>https://happygitwithr.com/</a:t>
            </a:r>
            <a:r>
              <a:rPr lang="en-US"/>
              <a:t> </a:t>
            </a:r>
          </a:p>
          <a:p>
            <a:pPr fontAlgn="base"/>
            <a:r>
              <a:rPr lang="en-US">
                <a:hlinkClick r:id="rId4" tooltip="Original URL: https://quarto.org/. Click or tap if you trust this link."/>
              </a:rPr>
              <a:t>https://quarto.org/</a:t>
            </a:r>
            <a:endParaRPr lang="en-US"/>
          </a:p>
          <a:p>
            <a:pPr fontAlgn="base"/>
            <a:r>
              <a:rPr lang="en-US">
                <a:hlinkClick r:id="rId5" tooltip="Original URL: https://ardata-fr.github.io/officeverse/. Click or tap if you trust this link."/>
              </a:rPr>
              <a:t>https://ardata-fr.github.io/officeverse/</a:t>
            </a:r>
            <a:endParaRPr lang="en-US"/>
          </a:p>
          <a:p>
            <a:pPr fontAlgn="base"/>
            <a:r>
              <a:rPr lang="en-US">
                <a:hlinkClick r:id="rId6"/>
              </a:rPr>
              <a:t>https://app.datacamp.com/</a:t>
            </a:r>
            <a:endParaRPr lang="en-US"/>
          </a:p>
          <a:p>
            <a:r>
              <a:rPr lang="en-US">
                <a:hlinkClick r:id="rId7" tooltip="https://rc2e.com/"/>
              </a:rPr>
              <a:t>The R Cookbook (second edition)</a:t>
            </a:r>
            <a:endParaRPr lang="en-US"/>
          </a:p>
          <a:p>
            <a:pPr fontAlgn="base"/>
            <a:r>
              <a:rPr lang="en-US">
                <a:hlinkClick r:id="rId8"/>
              </a:rPr>
              <a:t>R Markdown Cookbook</a:t>
            </a:r>
            <a:endParaRPr lang="en-US"/>
          </a:p>
          <a:p>
            <a:pPr fontAlgn="base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4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pi 2025">
      <a:dk1>
        <a:srgbClr val="000000"/>
      </a:dk1>
      <a:lt1>
        <a:srgbClr val="FFFFFF"/>
      </a:lt1>
      <a:dk2>
        <a:srgbClr val="0C303F"/>
      </a:dk2>
      <a:lt2>
        <a:srgbClr val="E8E8E8"/>
      </a:lt2>
      <a:accent1>
        <a:srgbClr val="01656C"/>
      </a:accent1>
      <a:accent2>
        <a:srgbClr val="20DE60"/>
      </a:accent2>
      <a:accent3>
        <a:srgbClr val="D3F211"/>
      </a:accent3>
      <a:accent4>
        <a:srgbClr val="01EAFF"/>
      </a:accent4>
      <a:accent5>
        <a:srgbClr val="24FE02"/>
      </a:accent5>
      <a:accent6>
        <a:srgbClr val="E1FF00"/>
      </a:accent6>
      <a:hlink>
        <a:srgbClr val="04A1EF"/>
      </a:hlink>
      <a:folHlink>
        <a:srgbClr val="01656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1E640C714C7E409BF3E7ADA81262C8" ma:contentTypeVersion="13" ma:contentTypeDescription="Create a new document." ma:contentTypeScope="" ma:versionID="3800f5a1cbaa027b407dce21277d6ea6">
  <xsd:schema xmlns:xsd="http://www.w3.org/2001/XMLSchema" xmlns:xs="http://www.w3.org/2001/XMLSchema" xmlns:p="http://schemas.microsoft.com/office/2006/metadata/properties" xmlns:ns2="2cb0edea-a18e-4a3f-ae05-7740119d842b" xmlns:ns3="b14b2fa5-319f-4ece-99b9-f013105df540" targetNamespace="http://schemas.microsoft.com/office/2006/metadata/properties" ma:root="true" ma:fieldsID="ea0fc5881f1a5b5ca6ae8f9c560ed4b7" ns2:_="" ns3:_="">
    <xsd:import namespace="2cb0edea-a18e-4a3f-ae05-7740119d842b"/>
    <xsd:import namespace="b14b2fa5-319f-4ece-99b9-f013105df5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b0edea-a18e-4a3f-ae05-7740119d8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9ba604a0-e434-4e40-aee3-f8dd1469fd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4b2fa5-319f-4ece-99b9-f013105df54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4b132b3-860f-4adb-94ae-fd58a337f3ea}" ma:internalName="TaxCatchAll" ma:showField="CatchAllData" ma:web="b14b2fa5-319f-4ece-99b9-f013105df5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b0edea-a18e-4a3f-ae05-7740119d842b">
      <Terms xmlns="http://schemas.microsoft.com/office/infopath/2007/PartnerControls"/>
    </lcf76f155ced4ddcb4097134ff3c332f>
    <TaxCatchAll xmlns="b14b2fa5-319f-4ece-99b9-f013105df540" xsi:nil="true"/>
  </documentManagement>
</p:properties>
</file>

<file path=customXml/itemProps1.xml><?xml version="1.0" encoding="utf-8"?>
<ds:datastoreItem xmlns:ds="http://schemas.openxmlformats.org/officeDocument/2006/customXml" ds:itemID="{171909B4-EC01-4B3B-84C5-71676D1C75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A92968-DBBC-4797-93ED-5DB6613C7A21}">
  <ds:schemaRefs>
    <ds:schemaRef ds:uri="2cb0edea-a18e-4a3f-ae05-7740119d842b"/>
    <ds:schemaRef ds:uri="b14b2fa5-319f-4ece-99b9-f013105df5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661F4C5-8AD5-41E9-A051-059681EE69BB}">
  <ds:schemaRefs>
    <ds:schemaRef ds:uri="2cb0edea-a18e-4a3f-ae05-7740119d842b"/>
    <ds:schemaRef ds:uri="b14b2fa5-319f-4ece-99b9-f013105df54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505</Words>
  <Application>Microsoft Macintosh PowerPoint</Application>
  <PresentationFormat>Widescreen</PresentationFormat>
  <Paragraphs>79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Calibri,Sans-Serif</vt:lpstr>
      <vt:lpstr>Georgia</vt:lpstr>
      <vt:lpstr>Office Theme</vt:lpstr>
      <vt:lpstr>Low cost &amp; low stress approaches to getting started with open-source tools </vt:lpstr>
      <vt:lpstr>Outline</vt:lpstr>
      <vt:lpstr>Why use R in your workflow?</vt:lpstr>
      <vt:lpstr>Why use open-source tools?</vt:lpstr>
      <vt:lpstr>What challenges might you be facing? </vt:lpstr>
      <vt:lpstr>Minimal requirements for coding with R</vt:lpstr>
      <vt:lpstr>What do you need?</vt:lpstr>
      <vt:lpstr>Demonstrating R workflows</vt:lpstr>
      <vt:lpstr>Create or use a GitHub account to follow along</vt:lpstr>
      <vt:lpstr>Any questions?</vt:lpstr>
      <vt:lpstr>Communicating with your organisation</vt:lpstr>
      <vt:lpstr>How to communicate technical analysis?</vt:lpstr>
      <vt:lpstr>Demonstrating Quarto reporting with Word output</vt:lpstr>
      <vt:lpstr>Any questions?</vt:lpstr>
      <vt:lpstr>How can AI help?</vt:lpstr>
      <vt:lpstr>AI and Positron Integrations</vt:lpstr>
      <vt:lpstr>Thank you for joining!</vt:lpstr>
      <vt:lpstr>Additional Resources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Shanna Tervoort-McLeod</dc:creator>
  <cp:lastModifiedBy>Chris Knox</cp:lastModifiedBy>
  <cp:revision>2</cp:revision>
  <dcterms:created xsi:type="dcterms:W3CDTF">2025-04-01T21:58:07Z</dcterms:created>
  <dcterms:modified xsi:type="dcterms:W3CDTF">2026-05-06T01:24:42Z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0x010100BE1E640C714C7E409BF3E7ADA81262C8</vt:lpwstr>
  </property>
  <property fmtid="{D5CDD505-2E9C-101B-9397-08002B2CF9AE}" pid="3" name="Order">
    <vt:r8>19200</vt:r8>
  </property>
  <property fmtid="{D5CDD505-2E9C-101B-9397-08002B2CF9AE}" pid="4" name="MediaServiceImageTags">
    <vt:lpwstr/>
  </property>
</Properties>
</file>